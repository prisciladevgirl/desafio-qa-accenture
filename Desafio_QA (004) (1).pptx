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sldIdLst>
    <p:sldId id="349" r:id="rId5"/>
    <p:sldId id="356" r:id="rId6"/>
    <p:sldId id="338" r:id="rId7"/>
    <p:sldId id="358" r:id="rId8"/>
    <p:sldId id="362" r:id="rId9"/>
    <p:sldId id="359" r:id="rId10"/>
    <p:sldId id="361" r:id="rId11"/>
    <p:sldId id="360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  <a:srgbClr val="000000"/>
    <a:srgbClr val="FFFFFF"/>
    <a:srgbClr val="00EB81"/>
    <a:srgbClr val="E6DCFF"/>
    <a:srgbClr val="0041F0"/>
    <a:srgbClr val="DCAFFF"/>
    <a:srgbClr val="FF50A0"/>
    <a:srgbClr val="FF3246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A0BC3CC4-8867-4C89-9D3F-A6A6B9ED4035}">
  <a:tblStyle styleId="{A0BC3CC4-8867-4C89-9D3F-A6A6B9ED4035}" styleName="Acc_Table_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FFFFF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6350" cmpd="sng">
              <a:solidFill>
                <a:srgbClr val="D9D9D9"/>
              </a:solidFill>
            </a:ln>
          </a:insideH>
          <a:insideV>
            <a:ln w="6350" cmpd="sng">
              <a:solidFill>
                <a:srgbClr val="D9D9D9"/>
              </a:solidFill>
            </a:ln>
          </a:insideV>
        </a:tcBdr>
        <a:fill>
          <a:noFill/>
        </a:fill>
      </a:tcStyle>
    </a:wholeTbl>
    <a:band1H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H>
    <a:band1V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/>
      </a:tcStyle>
    </a:lastRow>
    <a:firstRow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24" autoAdjust="0"/>
    <p:restoredTop sz="95932" autoAdjust="0"/>
  </p:normalViewPr>
  <p:slideViewPr>
    <p:cSldViewPr snapToGrid="0" showGuides="1">
      <p:cViewPr varScale="1">
        <p:scale>
          <a:sx n="63" d="100"/>
          <a:sy n="63" d="100"/>
        </p:scale>
        <p:origin x="660" y="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516" y="5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027613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1DE7078C-3525-4C9B-BF62-C9FD13B9A875}" type="datetimeFigureOut">
              <a:rPr lang="en-US" smtClean="0"/>
              <a:pPr/>
              <a:t>6/17/2025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205" y="274505"/>
            <a:ext cx="4734172" cy="266297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0206" y="2999605"/>
            <a:ext cx="6751750" cy="586989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923817"/>
            <a:ext cx="6217919" cy="212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99213" y="8917749"/>
            <a:ext cx="457200" cy="2184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436E8A87-18DA-4CCE-A8C2-BDBC489258C6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38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914400" rtl="0" eaLnBrk="1" latinLnBrk="0" hangingPunct="1">
      <a:buFont typeface="Graphik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30188" indent="-112713" algn="l">
      <a:buFont typeface="Graphik" panose="020B0604020202020204" pitchFamily="34" charset="0"/>
      <a:buChar char="•"/>
      <a:defRPr sz="1000">
        <a:latin typeface="+mn-lt"/>
      </a:defRPr>
    </a:lvl2pPr>
    <a:lvl3pPr marL="342900" indent="-112713" algn="l">
      <a:buFont typeface="Graphik" panose="020B0604020202020204" pitchFamily="34" charset="0"/>
      <a:buChar char="•"/>
      <a:defRPr sz="900">
        <a:latin typeface="+mn-lt"/>
      </a:defRPr>
    </a:lvl3pPr>
    <a:lvl4pPr marL="460375" indent="-112713" algn="l">
      <a:buFont typeface="Graphik" panose="020B0604020202020204" pitchFamily="34" charset="0"/>
      <a:buChar char="•"/>
      <a:defRPr sz="800">
        <a:latin typeface="+mn-lt"/>
      </a:defRPr>
    </a:lvl4pPr>
    <a:lvl5pPr marL="571500" indent="-112713" algn="l">
      <a:buFont typeface="Graphik" panose="020B0604020202020204" pitchFamily="34" charset="0"/>
      <a:buChar char="•"/>
      <a:defRPr sz="800">
        <a:latin typeface="+mn-lt"/>
      </a:defRPr>
    </a:lvl5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cc_Tech_Logo_WH" descr="Accenture Technology wordmark in white">
            <a:extLst>
              <a:ext uri="{FF2B5EF4-FFF2-40B4-BE49-F238E27FC236}">
                <a16:creationId xmlns:a16="http://schemas.microsoft.com/office/drawing/2014/main" id="{72ABE559-DDA6-42E5-A056-2B5EB29BBBB2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591812" y="5936500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21F7E-CEFA-4A8F-862E-8631C40CEA2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 dirty="0"/>
              <a:t>Format Background… &gt; Picture or texture fill &gt; Set to one of the dark or mid gradient options</a:t>
            </a:r>
            <a:endParaRPr lang="en-US" noProof="0" dirty="0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94AA491-F1F8-4D38-B722-DB2F38B198B8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779386" y="914400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4558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798" userDrawn="1">
          <p15:clr>
            <a:srgbClr val="C35EA4"/>
          </p15:clr>
        </p15:guide>
        <p15:guide id="2" pos="3840" userDrawn="1">
          <p15:clr>
            <a:srgbClr val="C35EA4"/>
          </p15:clr>
        </p15:guide>
        <p15:guide id="3" orient="horz" pos="3880" userDrawn="1">
          <p15:clr>
            <a:srgbClr val="C35EA4"/>
          </p15:clr>
        </p15:guide>
        <p15:guide id="4" orient="horz" pos="2162" userDrawn="1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Logo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 dirty="0"/>
              <a:t>Format Background… &gt; Picture or texture fill &gt; Set to one of the dark or mid gradient options</a:t>
            </a:r>
            <a:endParaRPr lang="en-US" noProof="0" dirty="0"/>
          </a:p>
        </p:txBody>
      </p:sp>
      <p:grpSp>
        <p:nvGrpSpPr>
          <p:cNvPr id="12" name="Logo_WH" descr="Accenture logo in white">
            <a:extLst>
              <a:ext uri="{FF2B5EF4-FFF2-40B4-BE49-F238E27FC236}">
                <a16:creationId xmlns:a16="http://schemas.microsoft.com/office/drawing/2014/main" id="{0D82E30B-4E95-4B73-9014-71990AE21DBE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5154167" y="1005840"/>
            <a:ext cx="1883664" cy="496247"/>
            <a:chOff x="1561" y="187"/>
            <a:chExt cx="4536" cy="119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008CD909-AC78-4980-BB04-8608F18CDC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8B5D8E88-5919-40A0-A4A4-2E6587AD6874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" name="Acc_Tech_Logo_WH" descr="Accenture Technology wordmark in white">
            <a:extLst>
              <a:ext uri="{FF2B5EF4-FFF2-40B4-BE49-F238E27FC236}">
                <a16:creationId xmlns:a16="http://schemas.microsoft.com/office/drawing/2014/main" id="{8699B1E1-A3CB-40D5-A44A-1E73CBFEE9C8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591812" y="5936500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0557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0" userDrawn="1">
          <p15:clr>
            <a:srgbClr val="C35EA4"/>
          </p15:clr>
        </p15:guide>
        <p15:guide id="2" pos="3840" userDrawn="1">
          <p15:clr>
            <a:srgbClr val="C35EA4"/>
          </p15:clr>
        </p15:guide>
        <p15:guide id="3" orient="horz" pos="2160" userDrawn="1">
          <p15:clr>
            <a:srgbClr val="C35EA4"/>
          </p15:clr>
        </p15:guide>
        <p15:guide id="4" orient="horz" pos="947" userDrawn="1">
          <p15:clr>
            <a:srgbClr val="C35E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 72pt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70882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-GTS left-image bkg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E7551B-7F86-46D2-A90B-DF5CC30BDF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Insert Salutation 72pt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 dirty="0"/>
          </a:p>
        </p:txBody>
      </p:sp>
      <p:sp>
        <p:nvSpPr>
          <p:cNvPr id="8" name="GTS_WH" descr="Accenture Greater Than symbol in white">
            <a:extLst>
              <a:ext uri="{FF2B5EF4-FFF2-40B4-BE49-F238E27FC236}">
                <a16:creationId xmlns:a16="http://schemas.microsoft.com/office/drawing/2014/main" id="{E96B644F-A9C2-401B-8562-DC3B10FB5CFA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Acc_Tech_Logo_WH" descr="Accenture Technology wordmark in white">
            <a:extLst>
              <a:ext uri="{FF2B5EF4-FFF2-40B4-BE49-F238E27FC236}">
                <a16:creationId xmlns:a16="http://schemas.microsoft.com/office/drawing/2014/main" id="{E1C4528C-35CA-41C7-B25C-A600CD41B680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81001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8613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C35E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 dirty="0"/>
              <a:t>Place subtitle here in GT Sectra Fine </a:t>
            </a:r>
            <a:r>
              <a:rPr lang="en-US" dirty="0" err="1"/>
              <a:t>Rg</a:t>
            </a:r>
            <a:r>
              <a:rPr lang="en-US" dirty="0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FBD97-7A23-4453-9DFC-F825350AF9B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1A7501AC-E717-4CB3-89D9-DEE7B06E1876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9926898" y="381000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84F1646-52FE-4716-AED1-FE252A8E05E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5FBA828-A6EE-4CDC-A2F1-52C5DC0E3C3F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9" name="Acc_Tech_Logo_WH" descr="Accenture Technology wordmark in white">
            <a:extLst>
              <a:ext uri="{FF2B5EF4-FFF2-40B4-BE49-F238E27FC236}">
                <a16:creationId xmlns:a16="http://schemas.microsoft.com/office/drawing/2014/main" id="{D858ADC7-4C7C-4404-9E70-D87FF1DC656D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8802186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629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2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 dirty="0"/>
              <a:t>Place subtitle here in GT Sectra Fine </a:t>
            </a:r>
            <a:r>
              <a:rPr lang="en-US" dirty="0" err="1"/>
              <a:t>Rg</a:t>
            </a:r>
            <a:r>
              <a:rPr lang="en-US" dirty="0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659D61A8-47A5-47C2-A85A-BCCCBE83C91F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Acc_Tech_Logo_WH" descr="Accenture Technology wordmark in white">
            <a:extLst>
              <a:ext uri="{FF2B5EF4-FFF2-40B4-BE49-F238E27FC236}">
                <a16:creationId xmlns:a16="http://schemas.microsoft.com/office/drawing/2014/main" id="{2DBCDDF3-9F8E-44B5-9E3F-2223C14CC4C3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81001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3005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Black3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 dirty="0"/>
              <a:t>Place subtitle here in GT Sectra Fine </a:t>
            </a:r>
            <a:r>
              <a:rPr lang="en-US" dirty="0" err="1"/>
              <a:t>Rg</a:t>
            </a:r>
            <a:r>
              <a:rPr lang="en-US" dirty="0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13" name="Logo_WH" descr="Accenture logo in white">
            <a:extLst>
              <a:ext uri="{FF2B5EF4-FFF2-40B4-BE49-F238E27FC236}">
                <a16:creationId xmlns:a16="http://schemas.microsoft.com/office/drawing/2014/main" id="{6E8422F7-B85B-4755-B6A1-FFEA87624FFE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381000" y="381000"/>
            <a:ext cx="1883664" cy="496247"/>
            <a:chOff x="1561" y="187"/>
            <a:chExt cx="4536" cy="1195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64597228-D9AB-44B8-B1CD-B17ABE7714E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C5BFA133-9FE4-4FB4-968A-A369A9EF6AE0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" name="Acc_Tech_Logo_WH" descr="Accenture Technology wordmark in white">
            <a:extLst>
              <a:ext uri="{FF2B5EF4-FFF2-40B4-BE49-F238E27FC236}">
                <a16:creationId xmlns:a16="http://schemas.microsoft.com/office/drawing/2014/main" id="{77A704DC-31A8-4495-8AF1-E7E89DF738B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81001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8834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 dirty="0"/>
              <a:t>Place subtitle here in GT Sectra Fine </a:t>
            </a:r>
            <a:r>
              <a:rPr lang="en-US" dirty="0" err="1"/>
              <a:t>Rg</a:t>
            </a:r>
            <a:r>
              <a:rPr lang="en-US" dirty="0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18ECE-32D7-4F71-A6CA-1144DA38ED6C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8" name="Logo_BL" descr="Accenture logo in black and purple">
            <a:extLst>
              <a:ext uri="{FF2B5EF4-FFF2-40B4-BE49-F238E27FC236}">
                <a16:creationId xmlns:a16="http://schemas.microsoft.com/office/drawing/2014/main" id="{35D3F8C8-B2E5-431B-9639-9F05530860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26898" y="381000"/>
            <a:ext cx="1883664" cy="496357"/>
            <a:chOff x="2387" y="1701"/>
            <a:chExt cx="4535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AD7BAC9-11D9-4846-95CD-5C2B827147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CAEDE4E-DAF3-4FBC-BAEB-E0C26C20EB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9" name="Acc_Tech_Logo_WH" descr="Accenture Technology wordmark in black">
            <a:extLst>
              <a:ext uri="{FF2B5EF4-FFF2-40B4-BE49-F238E27FC236}">
                <a16:creationId xmlns:a16="http://schemas.microsoft.com/office/drawing/2014/main" id="{C6585ED9-32B3-49DC-BF0B-CD6F5EFC2937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8802186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3992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2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 dirty="0"/>
              <a:t>Place subtitle here in GT Sectra Fine </a:t>
            </a:r>
            <a:r>
              <a:rPr lang="en-US" dirty="0" err="1"/>
              <a:t>Rg</a:t>
            </a:r>
            <a:r>
              <a:rPr lang="en-US" dirty="0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grpSp>
        <p:nvGrpSpPr>
          <p:cNvPr id="12" name="Logo_BL" descr="Accenture logo in black and purple">
            <a:extLst>
              <a:ext uri="{FF2B5EF4-FFF2-40B4-BE49-F238E27FC236}">
                <a16:creationId xmlns:a16="http://schemas.microsoft.com/office/drawing/2014/main" id="{9F19D48A-46F6-4BAE-97F3-DFACD8E22BA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82636" y="382725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848F740B-2A73-4970-A31A-4A0E685E66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84A90C93-9B70-4203-9499-12D2A090A8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1" name="Acc_Tech_Logo_WH" descr="Accenture Technology wordmark in black">
            <a:extLst>
              <a:ext uri="{FF2B5EF4-FFF2-40B4-BE49-F238E27FC236}">
                <a16:creationId xmlns:a16="http://schemas.microsoft.com/office/drawing/2014/main" id="{E96F42A4-2317-4355-8825-25B7BD82F6B1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81001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3554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: White3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 dirty="0"/>
              <a:t>Place subtitle here in GT Sectra Fine </a:t>
            </a:r>
            <a:r>
              <a:rPr lang="en-US" dirty="0" err="1"/>
              <a:t>Rg</a:t>
            </a:r>
            <a:r>
              <a:rPr lang="en-US" dirty="0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sp>
        <p:nvSpPr>
          <p:cNvPr id="10" name="Acc_Tech_Logo_WH" descr="Accenture Technology wordmark in black">
            <a:extLst>
              <a:ext uri="{FF2B5EF4-FFF2-40B4-BE49-F238E27FC236}">
                <a16:creationId xmlns:a16="http://schemas.microsoft.com/office/drawing/2014/main" id="{054458DC-FCF6-48B1-82BA-13CDEA023B1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381001" y="6096691"/>
            <a:ext cx="3008376" cy="276189"/>
          </a:xfrm>
          <a:custGeom>
            <a:avLst/>
            <a:gdLst>
              <a:gd name="T0" fmla="*/ 4127 w 4219"/>
              <a:gd name="T1" fmla="*/ 250 h 386"/>
              <a:gd name="T2" fmla="*/ 4070 w 4219"/>
              <a:gd name="T3" fmla="*/ 382 h 386"/>
              <a:gd name="T4" fmla="*/ 3885 w 4219"/>
              <a:gd name="T5" fmla="*/ 124 h 386"/>
              <a:gd name="T6" fmla="*/ 3952 w 4219"/>
              <a:gd name="T7" fmla="*/ 201 h 386"/>
              <a:gd name="T8" fmla="*/ 3950 w 4219"/>
              <a:gd name="T9" fmla="*/ 293 h 386"/>
              <a:gd name="T10" fmla="*/ 3784 w 4219"/>
              <a:gd name="T11" fmla="*/ 200 h 386"/>
              <a:gd name="T12" fmla="*/ 3984 w 4219"/>
              <a:gd name="T13" fmla="*/ 100 h 386"/>
              <a:gd name="T14" fmla="*/ 3714 w 4219"/>
              <a:gd name="T15" fmla="*/ 206 h 386"/>
              <a:gd name="T16" fmla="*/ 3577 w 4219"/>
              <a:gd name="T17" fmla="*/ 206 h 386"/>
              <a:gd name="T18" fmla="*/ 3543 w 4219"/>
              <a:gd name="T19" fmla="*/ 203 h 386"/>
              <a:gd name="T20" fmla="*/ 3645 w 4219"/>
              <a:gd name="T21" fmla="*/ 313 h 386"/>
              <a:gd name="T22" fmla="*/ 3490 w 4219"/>
              <a:gd name="T23" fmla="*/ 309 h 386"/>
              <a:gd name="T24" fmla="*/ 3370 w 4219"/>
              <a:gd name="T25" fmla="*/ 204 h 386"/>
              <a:gd name="T26" fmla="*/ 3302 w 4219"/>
              <a:gd name="T27" fmla="*/ 285 h 386"/>
              <a:gd name="T28" fmla="*/ 3302 w 4219"/>
              <a:gd name="T29" fmla="*/ 96 h 386"/>
              <a:gd name="T30" fmla="*/ 3199 w 4219"/>
              <a:gd name="T31" fmla="*/ 206 h 386"/>
              <a:gd name="T32" fmla="*/ 3076 w 4219"/>
              <a:gd name="T33" fmla="*/ 96 h 386"/>
              <a:gd name="T34" fmla="*/ 3116 w 4219"/>
              <a:gd name="T35" fmla="*/ 178 h 386"/>
              <a:gd name="T36" fmla="*/ 2975 w 4219"/>
              <a:gd name="T37" fmla="*/ 309 h 386"/>
              <a:gd name="T38" fmla="*/ 2769 w 4219"/>
              <a:gd name="T39" fmla="*/ 133 h 386"/>
              <a:gd name="T40" fmla="*/ 2877 w 4219"/>
              <a:gd name="T41" fmla="*/ 309 h 386"/>
              <a:gd name="T42" fmla="*/ 2769 w 4219"/>
              <a:gd name="T43" fmla="*/ 309 h 386"/>
              <a:gd name="T44" fmla="*/ 2492 w 4219"/>
              <a:gd name="T45" fmla="*/ 204 h 386"/>
              <a:gd name="T46" fmla="*/ 2594 w 4219"/>
              <a:gd name="T47" fmla="*/ 124 h 386"/>
              <a:gd name="T48" fmla="*/ 2655 w 4219"/>
              <a:gd name="T49" fmla="*/ 234 h 386"/>
              <a:gd name="T50" fmla="*/ 2423 w 4219"/>
              <a:gd name="T51" fmla="*/ 184 h 386"/>
              <a:gd name="T52" fmla="*/ 2265 w 4219"/>
              <a:gd name="T53" fmla="*/ 207 h 386"/>
              <a:gd name="T54" fmla="*/ 2457 w 4219"/>
              <a:gd name="T55" fmla="*/ 211 h 386"/>
              <a:gd name="T56" fmla="*/ 2456 w 4219"/>
              <a:gd name="T57" fmla="*/ 249 h 386"/>
              <a:gd name="T58" fmla="*/ 2064 w 4219"/>
              <a:gd name="T59" fmla="*/ 52 h 386"/>
              <a:gd name="T60" fmla="*/ 2182 w 4219"/>
              <a:gd name="T61" fmla="*/ 52 h 386"/>
              <a:gd name="T62" fmla="*/ 1938 w 4219"/>
              <a:gd name="T63" fmla="*/ 182 h 386"/>
              <a:gd name="T64" fmla="*/ 1785 w 4219"/>
              <a:gd name="T65" fmla="*/ 207 h 386"/>
              <a:gd name="T66" fmla="*/ 1994 w 4219"/>
              <a:gd name="T67" fmla="*/ 218 h 386"/>
              <a:gd name="T68" fmla="*/ 1994 w 4219"/>
              <a:gd name="T69" fmla="*/ 243 h 386"/>
              <a:gd name="T70" fmla="*/ 1696 w 4219"/>
              <a:gd name="T71" fmla="*/ 100 h 386"/>
              <a:gd name="T72" fmla="*/ 1696 w 4219"/>
              <a:gd name="T73" fmla="*/ 204 h 386"/>
              <a:gd name="T74" fmla="*/ 1392 w 4219"/>
              <a:gd name="T75" fmla="*/ 235 h 386"/>
              <a:gd name="T76" fmla="*/ 1486 w 4219"/>
              <a:gd name="T77" fmla="*/ 269 h 386"/>
              <a:gd name="T78" fmla="*/ 1587 w 4219"/>
              <a:gd name="T79" fmla="*/ 309 h 386"/>
              <a:gd name="T80" fmla="*/ 1392 w 4219"/>
              <a:gd name="T81" fmla="*/ 235 h 386"/>
              <a:gd name="T82" fmla="*/ 1224 w 4219"/>
              <a:gd name="T83" fmla="*/ 100 h 386"/>
              <a:gd name="T84" fmla="*/ 1309 w 4219"/>
              <a:gd name="T85" fmla="*/ 100 h 386"/>
              <a:gd name="T86" fmla="*/ 1309 w 4219"/>
              <a:gd name="T87" fmla="*/ 242 h 386"/>
              <a:gd name="T88" fmla="*/ 1319 w 4219"/>
              <a:gd name="T89" fmla="*/ 313 h 386"/>
              <a:gd name="T90" fmla="*/ 1054 w 4219"/>
              <a:gd name="T91" fmla="*/ 133 h 386"/>
              <a:gd name="T92" fmla="*/ 1135 w 4219"/>
              <a:gd name="T93" fmla="*/ 309 h 386"/>
              <a:gd name="T94" fmla="*/ 1054 w 4219"/>
              <a:gd name="T95" fmla="*/ 309 h 386"/>
              <a:gd name="T96" fmla="*/ 856 w 4219"/>
              <a:gd name="T97" fmla="*/ 135 h 386"/>
              <a:gd name="T98" fmla="*/ 749 w 4219"/>
              <a:gd name="T99" fmla="*/ 204 h 386"/>
              <a:gd name="T100" fmla="*/ 808 w 4219"/>
              <a:gd name="T101" fmla="*/ 218 h 386"/>
              <a:gd name="T102" fmla="*/ 858 w 4219"/>
              <a:gd name="T103" fmla="*/ 314 h 386"/>
              <a:gd name="T104" fmla="*/ 626 w 4219"/>
              <a:gd name="T105" fmla="*/ 95 h 386"/>
              <a:gd name="T106" fmla="*/ 577 w 4219"/>
              <a:gd name="T107" fmla="*/ 203 h 386"/>
              <a:gd name="T108" fmla="*/ 725 w 4219"/>
              <a:gd name="T109" fmla="*/ 230 h 386"/>
              <a:gd name="T110" fmla="*/ 286 w 4219"/>
              <a:gd name="T111" fmla="*/ 204 h 386"/>
              <a:gd name="T112" fmla="*/ 396 w 4219"/>
              <a:gd name="T113" fmla="*/ 141 h 386"/>
              <a:gd name="T114" fmla="*/ 442 w 4219"/>
              <a:gd name="T115" fmla="*/ 230 h 386"/>
              <a:gd name="T116" fmla="*/ 94 w 4219"/>
              <a:gd name="T117" fmla="*/ 200 h 386"/>
              <a:gd name="T118" fmla="*/ 94 w 4219"/>
              <a:gd name="T119" fmla="*/ 23 h 386"/>
              <a:gd name="T120" fmla="*/ 184 w 4219"/>
              <a:gd name="T121" fmla="*/ 246 h 386"/>
              <a:gd name="T122" fmla="*/ 94 w 4219"/>
              <a:gd name="T123" fmla="*/ 23 h 3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219" h="386">
                <a:moveTo>
                  <a:pt x="4109" y="288"/>
                </a:moveTo>
                <a:lnTo>
                  <a:pt x="4027" y="100"/>
                </a:lnTo>
                <a:lnTo>
                  <a:pt x="4063" y="100"/>
                </a:lnTo>
                <a:lnTo>
                  <a:pt x="4127" y="250"/>
                </a:lnTo>
                <a:lnTo>
                  <a:pt x="4185" y="100"/>
                </a:lnTo>
                <a:lnTo>
                  <a:pt x="4219" y="100"/>
                </a:lnTo>
                <a:lnTo>
                  <a:pt x="4103" y="382"/>
                </a:lnTo>
                <a:lnTo>
                  <a:pt x="4070" y="382"/>
                </a:lnTo>
                <a:lnTo>
                  <a:pt x="4109" y="288"/>
                </a:lnTo>
                <a:close/>
                <a:moveTo>
                  <a:pt x="3952" y="201"/>
                </a:moveTo>
                <a:lnTo>
                  <a:pt x="3952" y="198"/>
                </a:lnTo>
                <a:cubicBezTo>
                  <a:pt x="3952" y="151"/>
                  <a:pt x="3926" y="124"/>
                  <a:pt x="3885" y="124"/>
                </a:cubicBezTo>
                <a:cubicBezTo>
                  <a:pt x="3844" y="124"/>
                  <a:pt x="3819" y="155"/>
                  <a:pt x="3819" y="199"/>
                </a:cubicBezTo>
                <a:lnTo>
                  <a:pt x="3819" y="202"/>
                </a:lnTo>
                <a:cubicBezTo>
                  <a:pt x="3819" y="248"/>
                  <a:pt x="3848" y="275"/>
                  <a:pt x="3883" y="275"/>
                </a:cubicBezTo>
                <a:cubicBezTo>
                  <a:pt x="3922" y="275"/>
                  <a:pt x="3952" y="248"/>
                  <a:pt x="3952" y="201"/>
                </a:cubicBezTo>
                <a:close/>
                <a:moveTo>
                  <a:pt x="3789" y="321"/>
                </a:moveTo>
                <a:lnTo>
                  <a:pt x="3823" y="321"/>
                </a:lnTo>
                <a:cubicBezTo>
                  <a:pt x="3828" y="345"/>
                  <a:pt x="3848" y="358"/>
                  <a:pt x="3883" y="358"/>
                </a:cubicBezTo>
                <a:cubicBezTo>
                  <a:pt x="3924" y="358"/>
                  <a:pt x="3950" y="338"/>
                  <a:pt x="3950" y="293"/>
                </a:cubicBezTo>
                <a:lnTo>
                  <a:pt x="3950" y="263"/>
                </a:lnTo>
                <a:cubicBezTo>
                  <a:pt x="3938" y="283"/>
                  <a:pt x="3910" y="302"/>
                  <a:pt x="3880" y="302"/>
                </a:cubicBezTo>
                <a:cubicBezTo>
                  <a:pt x="3825" y="302"/>
                  <a:pt x="3784" y="261"/>
                  <a:pt x="3784" y="203"/>
                </a:cubicBezTo>
                <a:lnTo>
                  <a:pt x="3784" y="200"/>
                </a:lnTo>
                <a:cubicBezTo>
                  <a:pt x="3784" y="144"/>
                  <a:pt x="3824" y="96"/>
                  <a:pt x="3882" y="96"/>
                </a:cubicBezTo>
                <a:cubicBezTo>
                  <a:pt x="3917" y="96"/>
                  <a:pt x="3938" y="113"/>
                  <a:pt x="3950" y="134"/>
                </a:cubicBezTo>
                <a:lnTo>
                  <a:pt x="3950" y="100"/>
                </a:lnTo>
                <a:lnTo>
                  <a:pt x="3984" y="100"/>
                </a:lnTo>
                <a:lnTo>
                  <a:pt x="3984" y="295"/>
                </a:lnTo>
                <a:cubicBezTo>
                  <a:pt x="3983" y="356"/>
                  <a:pt x="3942" y="386"/>
                  <a:pt x="3884" y="386"/>
                </a:cubicBezTo>
                <a:cubicBezTo>
                  <a:pt x="3822" y="386"/>
                  <a:pt x="3794" y="356"/>
                  <a:pt x="3789" y="321"/>
                </a:cubicBezTo>
                <a:close/>
                <a:moveTo>
                  <a:pt x="3714" y="206"/>
                </a:moveTo>
                <a:lnTo>
                  <a:pt x="3714" y="204"/>
                </a:lnTo>
                <a:cubicBezTo>
                  <a:pt x="3714" y="155"/>
                  <a:pt x="3687" y="124"/>
                  <a:pt x="3646" y="124"/>
                </a:cubicBezTo>
                <a:cubicBezTo>
                  <a:pt x="3604" y="124"/>
                  <a:pt x="3577" y="155"/>
                  <a:pt x="3577" y="203"/>
                </a:cubicBezTo>
                <a:lnTo>
                  <a:pt x="3577" y="206"/>
                </a:lnTo>
                <a:cubicBezTo>
                  <a:pt x="3577" y="254"/>
                  <a:pt x="3603" y="285"/>
                  <a:pt x="3646" y="285"/>
                </a:cubicBezTo>
                <a:cubicBezTo>
                  <a:pt x="3688" y="285"/>
                  <a:pt x="3714" y="254"/>
                  <a:pt x="3714" y="206"/>
                </a:cubicBezTo>
                <a:close/>
                <a:moveTo>
                  <a:pt x="3543" y="206"/>
                </a:moveTo>
                <a:lnTo>
                  <a:pt x="3543" y="203"/>
                </a:lnTo>
                <a:cubicBezTo>
                  <a:pt x="3543" y="140"/>
                  <a:pt x="3586" y="96"/>
                  <a:pt x="3646" y="96"/>
                </a:cubicBezTo>
                <a:cubicBezTo>
                  <a:pt x="3705" y="96"/>
                  <a:pt x="3748" y="140"/>
                  <a:pt x="3748" y="203"/>
                </a:cubicBezTo>
                <a:lnTo>
                  <a:pt x="3748" y="206"/>
                </a:lnTo>
                <a:cubicBezTo>
                  <a:pt x="3748" y="269"/>
                  <a:pt x="3705" y="313"/>
                  <a:pt x="3645" y="313"/>
                </a:cubicBezTo>
                <a:cubicBezTo>
                  <a:pt x="3586" y="313"/>
                  <a:pt x="3543" y="268"/>
                  <a:pt x="3543" y="206"/>
                </a:cubicBezTo>
                <a:close/>
                <a:moveTo>
                  <a:pt x="3457" y="0"/>
                </a:moveTo>
                <a:lnTo>
                  <a:pt x="3490" y="0"/>
                </a:lnTo>
                <a:lnTo>
                  <a:pt x="3490" y="309"/>
                </a:lnTo>
                <a:lnTo>
                  <a:pt x="3457" y="309"/>
                </a:lnTo>
                <a:lnTo>
                  <a:pt x="3457" y="0"/>
                </a:lnTo>
                <a:close/>
                <a:moveTo>
                  <a:pt x="3370" y="206"/>
                </a:moveTo>
                <a:lnTo>
                  <a:pt x="3370" y="204"/>
                </a:lnTo>
                <a:cubicBezTo>
                  <a:pt x="3370" y="155"/>
                  <a:pt x="3343" y="124"/>
                  <a:pt x="3302" y="124"/>
                </a:cubicBezTo>
                <a:cubicBezTo>
                  <a:pt x="3260" y="124"/>
                  <a:pt x="3233" y="155"/>
                  <a:pt x="3233" y="203"/>
                </a:cubicBezTo>
                <a:lnTo>
                  <a:pt x="3233" y="206"/>
                </a:lnTo>
                <a:cubicBezTo>
                  <a:pt x="3233" y="254"/>
                  <a:pt x="3259" y="285"/>
                  <a:pt x="3302" y="285"/>
                </a:cubicBezTo>
                <a:cubicBezTo>
                  <a:pt x="3344" y="285"/>
                  <a:pt x="3370" y="254"/>
                  <a:pt x="3370" y="206"/>
                </a:cubicBezTo>
                <a:close/>
                <a:moveTo>
                  <a:pt x="3199" y="206"/>
                </a:moveTo>
                <a:lnTo>
                  <a:pt x="3199" y="203"/>
                </a:lnTo>
                <a:cubicBezTo>
                  <a:pt x="3199" y="140"/>
                  <a:pt x="3242" y="96"/>
                  <a:pt x="3302" y="96"/>
                </a:cubicBezTo>
                <a:cubicBezTo>
                  <a:pt x="3361" y="96"/>
                  <a:pt x="3404" y="140"/>
                  <a:pt x="3404" y="203"/>
                </a:cubicBezTo>
                <a:lnTo>
                  <a:pt x="3404" y="206"/>
                </a:lnTo>
                <a:cubicBezTo>
                  <a:pt x="3404" y="269"/>
                  <a:pt x="3361" y="313"/>
                  <a:pt x="3301" y="313"/>
                </a:cubicBezTo>
                <a:cubicBezTo>
                  <a:pt x="3242" y="313"/>
                  <a:pt x="3199" y="268"/>
                  <a:pt x="3199" y="206"/>
                </a:cubicBezTo>
                <a:close/>
                <a:moveTo>
                  <a:pt x="2975" y="100"/>
                </a:moveTo>
                <a:lnTo>
                  <a:pt x="3008" y="100"/>
                </a:lnTo>
                <a:lnTo>
                  <a:pt x="3008" y="133"/>
                </a:lnTo>
                <a:cubicBezTo>
                  <a:pt x="3018" y="114"/>
                  <a:pt x="3041" y="96"/>
                  <a:pt x="3076" y="96"/>
                </a:cubicBezTo>
                <a:cubicBezTo>
                  <a:pt x="3119" y="96"/>
                  <a:pt x="3149" y="120"/>
                  <a:pt x="3149" y="181"/>
                </a:cubicBezTo>
                <a:lnTo>
                  <a:pt x="3149" y="309"/>
                </a:lnTo>
                <a:lnTo>
                  <a:pt x="3116" y="309"/>
                </a:lnTo>
                <a:lnTo>
                  <a:pt x="3116" y="178"/>
                </a:lnTo>
                <a:cubicBezTo>
                  <a:pt x="3116" y="142"/>
                  <a:pt x="3100" y="125"/>
                  <a:pt x="3067" y="125"/>
                </a:cubicBezTo>
                <a:cubicBezTo>
                  <a:pt x="3036" y="125"/>
                  <a:pt x="3008" y="145"/>
                  <a:pt x="3008" y="182"/>
                </a:cubicBezTo>
                <a:lnTo>
                  <a:pt x="3008" y="309"/>
                </a:lnTo>
                <a:lnTo>
                  <a:pt x="2975" y="309"/>
                </a:lnTo>
                <a:lnTo>
                  <a:pt x="2975" y="100"/>
                </a:lnTo>
                <a:close/>
                <a:moveTo>
                  <a:pt x="2736" y="0"/>
                </a:moveTo>
                <a:lnTo>
                  <a:pt x="2769" y="0"/>
                </a:lnTo>
                <a:lnTo>
                  <a:pt x="2769" y="133"/>
                </a:lnTo>
                <a:cubicBezTo>
                  <a:pt x="2779" y="114"/>
                  <a:pt x="2802" y="96"/>
                  <a:pt x="2836" y="96"/>
                </a:cubicBezTo>
                <a:cubicBezTo>
                  <a:pt x="2880" y="96"/>
                  <a:pt x="2910" y="120"/>
                  <a:pt x="2910" y="181"/>
                </a:cubicBezTo>
                <a:lnTo>
                  <a:pt x="2910" y="309"/>
                </a:lnTo>
                <a:lnTo>
                  <a:pt x="2877" y="309"/>
                </a:lnTo>
                <a:lnTo>
                  <a:pt x="2877" y="178"/>
                </a:lnTo>
                <a:cubicBezTo>
                  <a:pt x="2877" y="142"/>
                  <a:pt x="2861" y="125"/>
                  <a:pt x="2828" y="125"/>
                </a:cubicBezTo>
                <a:cubicBezTo>
                  <a:pt x="2797" y="125"/>
                  <a:pt x="2769" y="145"/>
                  <a:pt x="2769" y="182"/>
                </a:cubicBezTo>
                <a:lnTo>
                  <a:pt x="2769" y="309"/>
                </a:lnTo>
                <a:lnTo>
                  <a:pt x="2736" y="309"/>
                </a:lnTo>
                <a:lnTo>
                  <a:pt x="2736" y="0"/>
                </a:lnTo>
                <a:close/>
                <a:moveTo>
                  <a:pt x="2492" y="207"/>
                </a:moveTo>
                <a:lnTo>
                  <a:pt x="2492" y="204"/>
                </a:lnTo>
                <a:cubicBezTo>
                  <a:pt x="2492" y="140"/>
                  <a:pt x="2538" y="96"/>
                  <a:pt x="2594" y="96"/>
                </a:cubicBezTo>
                <a:cubicBezTo>
                  <a:pt x="2638" y="96"/>
                  <a:pt x="2678" y="116"/>
                  <a:pt x="2685" y="170"/>
                </a:cubicBezTo>
                <a:lnTo>
                  <a:pt x="2652" y="170"/>
                </a:lnTo>
                <a:cubicBezTo>
                  <a:pt x="2647" y="136"/>
                  <a:pt x="2623" y="124"/>
                  <a:pt x="2594" y="124"/>
                </a:cubicBezTo>
                <a:cubicBezTo>
                  <a:pt x="2556" y="124"/>
                  <a:pt x="2527" y="154"/>
                  <a:pt x="2527" y="204"/>
                </a:cubicBezTo>
                <a:lnTo>
                  <a:pt x="2527" y="207"/>
                </a:lnTo>
                <a:cubicBezTo>
                  <a:pt x="2527" y="258"/>
                  <a:pt x="2555" y="285"/>
                  <a:pt x="2595" y="285"/>
                </a:cubicBezTo>
                <a:cubicBezTo>
                  <a:pt x="2625" y="285"/>
                  <a:pt x="2652" y="268"/>
                  <a:pt x="2655" y="234"/>
                </a:cubicBezTo>
                <a:lnTo>
                  <a:pt x="2686" y="234"/>
                </a:lnTo>
                <a:cubicBezTo>
                  <a:pt x="2682" y="279"/>
                  <a:pt x="2645" y="313"/>
                  <a:pt x="2595" y="313"/>
                </a:cubicBezTo>
                <a:cubicBezTo>
                  <a:pt x="2536" y="313"/>
                  <a:pt x="2492" y="272"/>
                  <a:pt x="2492" y="207"/>
                </a:cubicBezTo>
                <a:close/>
                <a:moveTo>
                  <a:pt x="2423" y="184"/>
                </a:moveTo>
                <a:cubicBezTo>
                  <a:pt x="2420" y="141"/>
                  <a:pt x="2398" y="124"/>
                  <a:pt x="2363" y="124"/>
                </a:cubicBezTo>
                <a:cubicBezTo>
                  <a:pt x="2329" y="124"/>
                  <a:pt x="2306" y="147"/>
                  <a:pt x="2301" y="184"/>
                </a:cubicBezTo>
                <a:lnTo>
                  <a:pt x="2423" y="184"/>
                </a:lnTo>
                <a:close/>
                <a:moveTo>
                  <a:pt x="2265" y="207"/>
                </a:moveTo>
                <a:lnTo>
                  <a:pt x="2265" y="204"/>
                </a:lnTo>
                <a:cubicBezTo>
                  <a:pt x="2265" y="140"/>
                  <a:pt x="2306" y="96"/>
                  <a:pt x="2363" y="96"/>
                </a:cubicBezTo>
                <a:cubicBezTo>
                  <a:pt x="2412" y="96"/>
                  <a:pt x="2457" y="126"/>
                  <a:pt x="2457" y="200"/>
                </a:cubicBezTo>
                <a:lnTo>
                  <a:pt x="2457" y="211"/>
                </a:lnTo>
                <a:lnTo>
                  <a:pt x="2300" y="211"/>
                </a:lnTo>
                <a:cubicBezTo>
                  <a:pt x="2301" y="259"/>
                  <a:pt x="2324" y="285"/>
                  <a:pt x="2367" y="285"/>
                </a:cubicBezTo>
                <a:cubicBezTo>
                  <a:pt x="2399" y="285"/>
                  <a:pt x="2418" y="273"/>
                  <a:pt x="2422" y="249"/>
                </a:cubicBezTo>
                <a:lnTo>
                  <a:pt x="2456" y="249"/>
                </a:lnTo>
                <a:cubicBezTo>
                  <a:pt x="2448" y="291"/>
                  <a:pt x="2414" y="313"/>
                  <a:pt x="2366" y="313"/>
                </a:cubicBezTo>
                <a:cubicBezTo>
                  <a:pt x="2307" y="313"/>
                  <a:pt x="2265" y="271"/>
                  <a:pt x="2265" y="207"/>
                </a:cubicBezTo>
                <a:moveTo>
                  <a:pt x="2148" y="52"/>
                </a:moveTo>
                <a:lnTo>
                  <a:pt x="2064" y="52"/>
                </a:lnTo>
                <a:lnTo>
                  <a:pt x="2064" y="23"/>
                </a:lnTo>
                <a:lnTo>
                  <a:pt x="2266" y="23"/>
                </a:lnTo>
                <a:lnTo>
                  <a:pt x="2266" y="52"/>
                </a:lnTo>
                <a:lnTo>
                  <a:pt x="2182" y="52"/>
                </a:lnTo>
                <a:lnTo>
                  <a:pt x="2182" y="309"/>
                </a:lnTo>
                <a:lnTo>
                  <a:pt x="2148" y="309"/>
                </a:lnTo>
                <a:lnTo>
                  <a:pt x="2148" y="52"/>
                </a:lnTo>
                <a:close/>
                <a:moveTo>
                  <a:pt x="1938" y="182"/>
                </a:moveTo>
                <a:cubicBezTo>
                  <a:pt x="1936" y="150"/>
                  <a:pt x="1920" y="135"/>
                  <a:pt x="1892" y="135"/>
                </a:cubicBezTo>
                <a:cubicBezTo>
                  <a:pt x="1866" y="135"/>
                  <a:pt x="1849" y="152"/>
                  <a:pt x="1844" y="182"/>
                </a:cubicBezTo>
                <a:lnTo>
                  <a:pt x="1938" y="182"/>
                </a:lnTo>
                <a:close/>
                <a:moveTo>
                  <a:pt x="1785" y="207"/>
                </a:moveTo>
                <a:lnTo>
                  <a:pt x="1785" y="204"/>
                </a:lnTo>
                <a:cubicBezTo>
                  <a:pt x="1785" y="138"/>
                  <a:pt x="1832" y="95"/>
                  <a:pt x="1892" y="95"/>
                </a:cubicBezTo>
                <a:cubicBezTo>
                  <a:pt x="1946" y="95"/>
                  <a:pt x="1994" y="127"/>
                  <a:pt x="1994" y="202"/>
                </a:cubicBezTo>
                <a:lnTo>
                  <a:pt x="1994" y="218"/>
                </a:lnTo>
                <a:lnTo>
                  <a:pt x="1844" y="218"/>
                </a:lnTo>
                <a:cubicBezTo>
                  <a:pt x="1845" y="252"/>
                  <a:pt x="1864" y="272"/>
                  <a:pt x="1896" y="272"/>
                </a:cubicBezTo>
                <a:cubicBezTo>
                  <a:pt x="1922" y="272"/>
                  <a:pt x="1936" y="261"/>
                  <a:pt x="1939" y="243"/>
                </a:cubicBezTo>
                <a:lnTo>
                  <a:pt x="1994" y="243"/>
                </a:lnTo>
                <a:cubicBezTo>
                  <a:pt x="1987" y="288"/>
                  <a:pt x="1951" y="314"/>
                  <a:pt x="1894" y="314"/>
                </a:cubicBezTo>
                <a:cubicBezTo>
                  <a:pt x="1831" y="314"/>
                  <a:pt x="1785" y="274"/>
                  <a:pt x="1785" y="207"/>
                </a:cubicBezTo>
                <a:moveTo>
                  <a:pt x="1638" y="100"/>
                </a:moveTo>
                <a:lnTo>
                  <a:pt x="1696" y="100"/>
                </a:lnTo>
                <a:lnTo>
                  <a:pt x="1696" y="140"/>
                </a:lnTo>
                <a:cubicBezTo>
                  <a:pt x="1709" y="112"/>
                  <a:pt x="1730" y="97"/>
                  <a:pt x="1764" y="97"/>
                </a:cubicBezTo>
                <a:lnTo>
                  <a:pt x="1764" y="151"/>
                </a:lnTo>
                <a:cubicBezTo>
                  <a:pt x="1721" y="150"/>
                  <a:pt x="1696" y="164"/>
                  <a:pt x="1696" y="204"/>
                </a:cubicBezTo>
                <a:lnTo>
                  <a:pt x="1696" y="309"/>
                </a:lnTo>
                <a:lnTo>
                  <a:pt x="1638" y="309"/>
                </a:lnTo>
                <a:lnTo>
                  <a:pt x="1638" y="100"/>
                </a:lnTo>
                <a:close/>
                <a:moveTo>
                  <a:pt x="1392" y="235"/>
                </a:moveTo>
                <a:lnTo>
                  <a:pt x="1392" y="100"/>
                </a:lnTo>
                <a:lnTo>
                  <a:pt x="1449" y="100"/>
                </a:lnTo>
                <a:lnTo>
                  <a:pt x="1449" y="227"/>
                </a:lnTo>
                <a:cubicBezTo>
                  <a:pt x="1449" y="255"/>
                  <a:pt x="1461" y="269"/>
                  <a:pt x="1486" y="269"/>
                </a:cubicBezTo>
                <a:cubicBezTo>
                  <a:pt x="1510" y="269"/>
                  <a:pt x="1529" y="254"/>
                  <a:pt x="1529" y="223"/>
                </a:cubicBezTo>
                <a:lnTo>
                  <a:pt x="1529" y="100"/>
                </a:lnTo>
                <a:lnTo>
                  <a:pt x="1587" y="100"/>
                </a:lnTo>
                <a:lnTo>
                  <a:pt x="1587" y="309"/>
                </a:lnTo>
                <a:lnTo>
                  <a:pt x="1529" y="309"/>
                </a:lnTo>
                <a:lnTo>
                  <a:pt x="1529" y="276"/>
                </a:lnTo>
                <a:cubicBezTo>
                  <a:pt x="1518" y="298"/>
                  <a:pt x="1497" y="314"/>
                  <a:pt x="1463" y="314"/>
                </a:cubicBezTo>
                <a:cubicBezTo>
                  <a:pt x="1422" y="314"/>
                  <a:pt x="1392" y="290"/>
                  <a:pt x="1392" y="235"/>
                </a:cubicBezTo>
                <a:moveTo>
                  <a:pt x="1251" y="247"/>
                </a:moveTo>
                <a:lnTo>
                  <a:pt x="1251" y="141"/>
                </a:lnTo>
                <a:lnTo>
                  <a:pt x="1224" y="141"/>
                </a:lnTo>
                <a:lnTo>
                  <a:pt x="1224" y="100"/>
                </a:lnTo>
                <a:lnTo>
                  <a:pt x="1251" y="100"/>
                </a:lnTo>
                <a:lnTo>
                  <a:pt x="1251" y="55"/>
                </a:lnTo>
                <a:lnTo>
                  <a:pt x="1309" y="55"/>
                </a:lnTo>
                <a:lnTo>
                  <a:pt x="1309" y="100"/>
                </a:lnTo>
                <a:lnTo>
                  <a:pt x="1353" y="100"/>
                </a:lnTo>
                <a:lnTo>
                  <a:pt x="1353" y="141"/>
                </a:lnTo>
                <a:lnTo>
                  <a:pt x="1309" y="141"/>
                </a:lnTo>
                <a:lnTo>
                  <a:pt x="1309" y="242"/>
                </a:lnTo>
                <a:cubicBezTo>
                  <a:pt x="1309" y="259"/>
                  <a:pt x="1317" y="267"/>
                  <a:pt x="1332" y="267"/>
                </a:cubicBezTo>
                <a:cubicBezTo>
                  <a:pt x="1341" y="267"/>
                  <a:pt x="1347" y="266"/>
                  <a:pt x="1354" y="263"/>
                </a:cubicBezTo>
                <a:lnTo>
                  <a:pt x="1354" y="308"/>
                </a:lnTo>
                <a:cubicBezTo>
                  <a:pt x="1346" y="310"/>
                  <a:pt x="1334" y="313"/>
                  <a:pt x="1319" y="313"/>
                </a:cubicBezTo>
                <a:cubicBezTo>
                  <a:pt x="1275" y="313"/>
                  <a:pt x="1251" y="291"/>
                  <a:pt x="1251" y="247"/>
                </a:cubicBezTo>
                <a:close/>
                <a:moveTo>
                  <a:pt x="996" y="100"/>
                </a:moveTo>
                <a:lnTo>
                  <a:pt x="1054" y="100"/>
                </a:lnTo>
                <a:lnTo>
                  <a:pt x="1054" y="133"/>
                </a:lnTo>
                <a:cubicBezTo>
                  <a:pt x="1065" y="112"/>
                  <a:pt x="1088" y="95"/>
                  <a:pt x="1122" y="95"/>
                </a:cubicBezTo>
                <a:cubicBezTo>
                  <a:pt x="1164" y="95"/>
                  <a:pt x="1193" y="120"/>
                  <a:pt x="1193" y="176"/>
                </a:cubicBezTo>
                <a:lnTo>
                  <a:pt x="1193" y="309"/>
                </a:lnTo>
                <a:lnTo>
                  <a:pt x="1135" y="309"/>
                </a:lnTo>
                <a:lnTo>
                  <a:pt x="1135" y="184"/>
                </a:lnTo>
                <a:cubicBezTo>
                  <a:pt x="1135" y="156"/>
                  <a:pt x="1124" y="142"/>
                  <a:pt x="1098" y="142"/>
                </a:cubicBezTo>
                <a:cubicBezTo>
                  <a:pt x="1073" y="142"/>
                  <a:pt x="1054" y="158"/>
                  <a:pt x="1054" y="188"/>
                </a:cubicBezTo>
                <a:lnTo>
                  <a:pt x="1054" y="309"/>
                </a:lnTo>
                <a:lnTo>
                  <a:pt x="996" y="309"/>
                </a:lnTo>
                <a:lnTo>
                  <a:pt x="996" y="100"/>
                </a:lnTo>
                <a:close/>
                <a:moveTo>
                  <a:pt x="902" y="182"/>
                </a:moveTo>
                <a:cubicBezTo>
                  <a:pt x="900" y="150"/>
                  <a:pt x="884" y="135"/>
                  <a:pt x="856" y="135"/>
                </a:cubicBezTo>
                <a:cubicBezTo>
                  <a:pt x="830" y="135"/>
                  <a:pt x="813" y="152"/>
                  <a:pt x="808" y="182"/>
                </a:cubicBezTo>
                <a:lnTo>
                  <a:pt x="902" y="182"/>
                </a:lnTo>
                <a:close/>
                <a:moveTo>
                  <a:pt x="749" y="207"/>
                </a:moveTo>
                <a:lnTo>
                  <a:pt x="749" y="204"/>
                </a:lnTo>
                <a:cubicBezTo>
                  <a:pt x="749" y="138"/>
                  <a:pt x="796" y="95"/>
                  <a:pt x="856" y="95"/>
                </a:cubicBezTo>
                <a:cubicBezTo>
                  <a:pt x="910" y="95"/>
                  <a:pt x="958" y="127"/>
                  <a:pt x="958" y="202"/>
                </a:cubicBezTo>
                <a:lnTo>
                  <a:pt x="958" y="218"/>
                </a:lnTo>
                <a:lnTo>
                  <a:pt x="808" y="218"/>
                </a:lnTo>
                <a:cubicBezTo>
                  <a:pt x="809" y="252"/>
                  <a:pt x="828" y="272"/>
                  <a:pt x="860" y="272"/>
                </a:cubicBezTo>
                <a:cubicBezTo>
                  <a:pt x="886" y="272"/>
                  <a:pt x="900" y="261"/>
                  <a:pt x="903" y="243"/>
                </a:cubicBezTo>
                <a:lnTo>
                  <a:pt x="958" y="243"/>
                </a:lnTo>
                <a:cubicBezTo>
                  <a:pt x="951" y="288"/>
                  <a:pt x="915" y="314"/>
                  <a:pt x="858" y="314"/>
                </a:cubicBezTo>
                <a:cubicBezTo>
                  <a:pt x="795" y="314"/>
                  <a:pt x="749" y="274"/>
                  <a:pt x="749" y="207"/>
                </a:cubicBezTo>
                <a:moveTo>
                  <a:pt x="518" y="207"/>
                </a:moveTo>
                <a:lnTo>
                  <a:pt x="518" y="204"/>
                </a:lnTo>
                <a:cubicBezTo>
                  <a:pt x="518" y="136"/>
                  <a:pt x="566" y="95"/>
                  <a:pt x="626" y="95"/>
                </a:cubicBezTo>
                <a:cubicBezTo>
                  <a:pt x="674" y="95"/>
                  <a:pt x="719" y="116"/>
                  <a:pt x="724" y="176"/>
                </a:cubicBezTo>
                <a:lnTo>
                  <a:pt x="669" y="176"/>
                </a:lnTo>
                <a:cubicBezTo>
                  <a:pt x="665" y="152"/>
                  <a:pt x="650" y="141"/>
                  <a:pt x="627" y="141"/>
                </a:cubicBezTo>
                <a:cubicBezTo>
                  <a:pt x="597" y="141"/>
                  <a:pt x="577" y="163"/>
                  <a:pt x="577" y="203"/>
                </a:cubicBezTo>
                <a:lnTo>
                  <a:pt x="577" y="206"/>
                </a:lnTo>
                <a:cubicBezTo>
                  <a:pt x="577" y="248"/>
                  <a:pt x="596" y="270"/>
                  <a:pt x="628" y="270"/>
                </a:cubicBezTo>
                <a:cubicBezTo>
                  <a:pt x="651" y="270"/>
                  <a:pt x="670" y="256"/>
                  <a:pt x="673" y="230"/>
                </a:cubicBezTo>
                <a:lnTo>
                  <a:pt x="725" y="230"/>
                </a:lnTo>
                <a:cubicBezTo>
                  <a:pt x="722" y="279"/>
                  <a:pt x="686" y="314"/>
                  <a:pt x="625" y="314"/>
                </a:cubicBezTo>
                <a:cubicBezTo>
                  <a:pt x="564" y="314"/>
                  <a:pt x="518" y="276"/>
                  <a:pt x="518" y="207"/>
                </a:cubicBezTo>
                <a:moveTo>
                  <a:pt x="286" y="207"/>
                </a:moveTo>
                <a:lnTo>
                  <a:pt x="286" y="204"/>
                </a:lnTo>
                <a:cubicBezTo>
                  <a:pt x="286" y="136"/>
                  <a:pt x="335" y="95"/>
                  <a:pt x="394" y="95"/>
                </a:cubicBezTo>
                <a:cubicBezTo>
                  <a:pt x="443" y="95"/>
                  <a:pt x="488" y="116"/>
                  <a:pt x="493" y="176"/>
                </a:cubicBezTo>
                <a:lnTo>
                  <a:pt x="438" y="176"/>
                </a:lnTo>
                <a:cubicBezTo>
                  <a:pt x="434" y="152"/>
                  <a:pt x="419" y="141"/>
                  <a:pt x="396" y="141"/>
                </a:cubicBezTo>
                <a:cubicBezTo>
                  <a:pt x="366" y="141"/>
                  <a:pt x="346" y="163"/>
                  <a:pt x="346" y="203"/>
                </a:cubicBezTo>
                <a:lnTo>
                  <a:pt x="346" y="206"/>
                </a:lnTo>
                <a:cubicBezTo>
                  <a:pt x="346" y="248"/>
                  <a:pt x="364" y="270"/>
                  <a:pt x="397" y="270"/>
                </a:cubicBezTo>
                <a:cubicBezTo>
                  <a:pt x="420" y="270"/>
                  <a:pt x="439" y="256"/>
                  <a:pt x="442" y="230"/>
                </a:cubicBezTo>
                <a:lnTo>
                  <a:pt x="494" y="230"/>
                </a:lnTo>
                <a:cubicBezTo>
                  <a:pt x="491" y="279"/>
                  <a:pt x="455" y="314"/>
                  <a:pt x="394" y="314"/>
                </a:cubicBezTo>
                <a:cubicBezTo>
                  <a:pt x="333" y="314"/>
                  <a:pt x="286" y="276"/>
                  <a:pt x="286" y="207"/>
                </a:cubicBezTo>
                <a:close/>
                <a:moveTo>
                  <a:pt x="94" y="200"/>
                </a:moveTo>
                <a:lnTo>
                  <a:pt x="170" y="200"/>
                </a:lnTo>
                <a:lnTo>
                  <a:pt x="132" y="76"/>
                </a:lnTo>
                <a:lnTo>
                  <a:pt x="94" y="200"/>
                </a:lnTo>
                <a:close/>
                <a:moveTo>
                  <a:pt x="94" y="23"/>
                </a:moveTo>
                <a:lnTo>
                  <a:pt x="178" y="23"/>
                </a:lnTo>
                <a:lnTo>
                  <a:pt x="271" y="309"/>
                </a:lnTo>
                <a:lnTo>
                  <a:pt x="204" y="309"/>
                </a:lnTo>
                <a:lnTo>
                  <a:pt x="184" y="246"/>
                </a:lnTo>
                <a:lnTo>
                  <a:pt x="80" y="246"/>
                </a:lnTo>
                <a:lnTo>
                  <a:pt x="61" y="309"/>
                </a:lnTo>
                <a:lnTo>
                  <a:pt x="0" y="309"/>
                </a:lnTo>
                <a:lnTo>
                  <a:pt x="94" y="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4008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ccenture Gradient Dark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/>
          <a:stretch/>
        </p:blipFill>
        <p:spPr bwMode="invGray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5pPr>
          </a:lstStyle>
          <a:p>
            <a:pPr lvl="0"/>
            <a:r>
              <a:rPr lang="en-GB" dirty="0"/>
              <a:t>Place subtitle here in GT </a:t>
            </a:r>
            <a:r>
              <a:rPr lang="en-GB" dirty="0" err="1"/>
              <a:t>Sectra</a:t>
            </a:r>
            <a:r>
              <a:rPr lang="en-GB" dirty="0"/>
              <a:t>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title 54pt</a:t>
            </a: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B2379EA-B598-42DD-B03E-5C4FC1D468F3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0387B-1E9C-4EB7-9BA3-83AB796E35C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B825C-3912-400B-A9ED-F17A355964B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1521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ccenture Gradient Mid&#10;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70180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5pPr>
          </a:lstStyle>
          <a:p>
            <a:pPr lvl="0"/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EC3F0890-0DED-4AD1-9A02-BD56F8554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14" name="GTS_WH" descr="Accenture Greater Than symbol in white">
            <a:extLst>
              <a:ext uri="{FF2B5EF4-FFF2-40B4-BE49-F238E27FC236}">
                <a16:creationId xmlns:a16="http://schemas.microsoft.com/office/drawing/2014/main" id="{3FC0722F-C643-4988-96E8-F00519CB3A00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69A96-ECEE-46C8-AC65-A99027BA920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0008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ccenture Gradient Mid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 userDrawn="1"/>
        </p:nvSpPr>
        <p:spPr bwMode="white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 dirty="0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itchFamily="2" charset="77"/>
              </a:defRPr>
            </a:lvl5pPr>
          </a:lstStyle>
          <a:p>
            <a:pPr lvl="0"/>
            <a:r>
              <a:rPr lang="en-GB" dirty="0"/>
              <a:t>Place subtitle here in GT Sectra Fine </a:t>
            </a:r>
            <a:r>
              <a:rPr lang="en-GB" dirty="0" err="1"/>
              <a:t>Rg</a:t>
            </a:r>
            <a:r>
              <a:rPr lang="en-GB" dirty="0"/>
              <a:t> 24pt</a:t>
            </a:r>
            <a:endParaRPr lang="en-US" dirty="0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C230B8D6-1525-4D29-A117-F22A9C16F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16" name="GTS_WH" descr="Accenture Greater Than symbol in white">
            <a:extLst>
              <a:ext uri="{FF2B5EF4-FFF2-40B4-BE49-F238E27FC236}">
                <a16:creationId xmlns:a16="http://schemas.microsoft.com/office/drawing/2014/main" id="{C5173724-68B6-47CD-B850-71B1407EEAA1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ADF7-CE17-4A46-8A63-A366F9BB14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1314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Graphik" panose="020B0604020202020204" pitchFamily="34" charset="0"/>
              <a:buChar char="•"/>
              <a:defRPr sz="1800"/>
            </a:lvl3pPr>
            <a:lvl4pPr marL="457200">
              <a:buFont typeface="System Font"/>
              <a:buChar char="–"/>
              <a:defRPr sz="1600"/>
            </a:lvl4pPr>
            <a:lvl5pPr marL="685800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Place agenda summary here in GT Sectra Fine </a:t>
            </a:r>
            <a:r>
              <a:rPr lang="en-US" dirty="0" err="1"/>
              <a:t>Rg</a:t>
            </a:r>
            <a:r>
              <a:rPr lang="en-US" dirty="0"/>
              <a:t> 24pt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Agenda title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 userDrawn="1"/>
        </p:nvCxnSpPr>
        <p:spPr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 dirty="0"/>
              <a:t>Insert agenda item</a:t>
            </a:r>
            <a:endParaRPr lang="en-US" dirty="0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 dirty="0"/>
              <a:t>##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1BE3C-F523-44EE-B6D4-7175CE08E157}"/>
              </a:ext>
            </a:extLst>
          </p:cNvPr>
          <p:cNvSpPr>
            <a:spLocks noGrp="1"/>
          </p:cNvSpPr>
          <p:nvPr>
            <p:ph type="ftr" sz="quarter" idx="56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96CD18-ADDA-4A64-BDD0-F5A8D01FDD49}"/>
              </a:ext>
            </a:extLst>
          </p:cNvPr>
          <p:cNvSpPr>
            <a:spLocks noGrp="1"/>
          </p:cNvSpPr>
          <p:nvPr>
            <p:ph type="sldNum" sz="quarter" idx="5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8763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Graphik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 dirty="0"/>
              <a:t>Place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4E1CDE7-C850-4F14-8D26-8BD1EE3D6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EF25E-6F09-4B47-806E-462D7622D1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0854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 dirty="0"/>
              <a:t>Place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646097A-7916-4EBE-A526-09FCBD84F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5EFDEB3F-4743-43EA-A121-ED3CB6054C7F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E8CB08-3B2A-44E5-8975-B69F3969CD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0924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 dirty="0"/>
              <a:t>Place text here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 dirty="0"/>
              <a:t>Place subtitle here 20pt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6E1154F-E5DD-468F-85D1-17FC4F4386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699EEA-1839-42AE-A096-1905CABA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445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1" userDrawn="1">
          <p15:clr>
            <a:srgbClr val="547EBF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599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Place sub-headline here in GT Sectra Fine </a:t>
            </a:r>
            <a:r>
              <a:rPr lang="en-US" dirty="0" err="1"/>
              <a:t>Rg</a:t>
            </a:r>
            <a:r>
              <a:rPr lang="en-US" dirty="0"/>
              <a:t> 24pt, indent for other levels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bullet 18pt</a:t>
            </a:r>
          </a:p>
          <a:p>
            <a:pPr lvl="3"/>
            <a:r>
              <a:rPr lang="en-US" dirty="0"/>
              <a:t>Fourth level bullet 16pt</a:t>
            </a:r>
          </a:p>
          <a:p>
            <a:pPr lvl="4"/>
            <a:r>
              <a:rPr lang="en-US" dirty="0"/>
              <a:t>Fifth level bullet 16pt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Place text here 20pt</a:t>
            </a:r>
          </a:p>
          <a:p>
            <a:pPr lvl="1"/>
            <a:r>
              <a:rPr lang="en-US" dirty="0"/>
              <a:t>Second level 20pt</a:t>
            </a:r>
          </a:p>
          <a:p>
            <a:pPr lvl="2"/>
            <a:r>
              <a:rPr lang="en-US" dirty="0"/>
              <a:t>Third level 20pt</a:t>
            </a:r>
          </a:p>
          <a:p>
            <a:pPr lvl="3"/>
            <a:r>
              <a:rPr lang="en-US" dirty="0"/>
              <a:t>Fourth level 18pt</a:t>
            </a:r>
          </a:p>
          <a:p>
            <a:pPr lvl="4"/>
            <a:r>
              <a:rPr lang="en-US" dirty="0"/>
              <a:t>Fifth level 18pt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A51E00B-3AD2-4131-A1AF-2681835517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5BAA4F-3169-4083-866F-71669DE395C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85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20" userDrawn="1">
          <p15:clr>
            <a:srgbClr val="C35E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BB8772-B000-40EC-8AE7-3AA41499E64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4209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 dirty="0"/>
              <a:t>Place subtitle here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363034-F9EC-4A95-91E0-2E801974931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974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 dirty="0"/>
              <a:t>Place subtitle here 20pt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5F1A8-92F0-48CE-B27D-E2B7EE762F1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450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8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 dirty="0"/>
              <a:t>Sixth level 12pt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 dirty="0"/>
              <a:t>Sixth level 12pt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 dirty="0"/>
              <a:t>Place subtitle here 20pt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E860E3B-7BAE-4917-8F29-26AFBD0E7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D7C41-6360-43FF-A192-982014655EF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997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Place headline here 24pt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 dirty="0"/>
              <a:t>Place text here 18pt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18pt</a:t>
            </a:r>
          </a:p>
          <a:p>
            <a:pPr lvl="3"/>
            <a:r>
              <a:rPr lang="en-US" dirty="0"/>
              <a:t>Fourth level 16pt</a:t>
            </a:r>
          </a:p>
          <a:p>
            <a:pPr lvl="4"/>
            <a:r>
              <a:rPr lang="en-US" dirty="0"/>
              <a:t>Fifth level 16</a:t>
            </a:r>
          </a:p>
          <a:p>
            <a:pPr lvl="5"/>
            <a:r>
              <a:rPr lang="en-US" dirty="0"/>
              <a:t>Sixth level 12pt</a:t>
            </a:r>
          </a:p>
        </p:txBody>
      </p:sp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83000718-AD47-4F1E-8F71-56356C9406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 dirty="0"/>
              <a:t>Place subtitle here 20pt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5B1DD8-C71C-4D65-A58A-0A9A86DCED84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975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98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 userDrawn="1"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 userDrawn="1"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 userDrawn="1"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 userDrawn="1"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 userDrawn="1"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57676F53-2AF5-4F44-9119-3C3347D1DA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 dirty="0"/>
              <a:t>Place subtitle here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D3E087-C0E5-4045-83EC-D0F38053E0B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5126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 userDrawn="1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(Alt) 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/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Headline 20pt</a:t>
            </a:r>
          </a:p>
          <a:p>
            <a:pPr lvl="1"/>
            <a:r>
              <a:rPr lang="en-US" dirty="0"/>
              <a:t>Details 16pt</a:t>
            </a:r>
          </a:p>
          <a:p>
            <a:pPr lvl="2"/>
            <a:r>
              <a:rPr lang="en-US" dirty="0"/>
              <a:t>More details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 dirty="0"/>
              <a:t>Add icon</a:t>
            </a:r>
            <a:endParaRPr lang="en-US" dirty="0"/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57676F53-2AF5-4F44-9119-3C3347D1DA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 dirty="0"/>
              <a:t>Place subtitle here 20pt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36FB760-AEF8-46F8-B73E-B0A537402A7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141567" y="361969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6" name="Picture Placeholder 4">
            <a:extLst>
              <a:ext uri="{FF2B5EF4-FFF2-40B4-BE49-F238E27FC236}">
                <a16:creationId xmlns:a16="http://schemas.microsoft.com/office/drawing/2014/main" id="{B9165B01-6544-4059-9AE2-42F4426A0387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3503587" y="361969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EB2E96CC-0F77-4F5D-A96C-5243BDB51C0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5865607" y="361969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2D003B29-C8CB-4629-BF53-F5AEBE6FAE2A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227627" y="361969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49BB6C55-F8C8-4B99-843F-9A6047B7A3E8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10570872" y="361969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B047CF-EEDD-49CC-9871-80D6EF57FEB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0193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 userDrawn="1">
          <p15:clr>
            <a:srgbClr val="547EB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4-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Font typeface="Graphik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solidFill>
                  <a:schemeClr val="accent2"/>
                </a:solidFill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</a:t>
            </a:r>
            <a:br>
              <a:rPr lang="en-US" dirty="0"/>
            </a:br>
            <a:r>
              <a:rPr lang="en-US" dirty="0"/>
              <a:t>Last name 21pt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9310CF55-0D9B-41F8-8D1E-8BA74BC23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481D5-3713-4165-990F-CD2E7B955A03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1865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lIns="91440" tIns="0"/>
          <a:lstStyle>
            <a:lvl1pPr marL="0" indent="0">
              <a:buNone/>
              <a:defRPr sz="1800" b="0"/>
            </a:lvl1pPr>
          </a:lstStyle>
          <a:p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D665DCA-734C-4077-92CB-D7A9FCD67D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3D474A-8A06-4078-BEBB-EBDCDD30231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9FEF6117-B6D9-4841-8EFA-DF78BCFA9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77415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90B0A6BB-BC70-4436-B334-35CF914D177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EA23CA56-3568-4982-84E5-176DE32541C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7E019EA7-B58E-4B17-A663-2E8CCD70158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9A57066F-5BF5-43F7-A9DA-1788B5511DA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A5F90EC-FB85-4041-85C1-409768D3A0C0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034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03" userDrawn="1">
          <p15:clr>
            <a:srgbClr val="C35E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ng Headline-Team 6-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lIns="91440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2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4389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Last name 21</a:t>
            </a:r>
          </a:p>
          <a:p>
            <a:pPr lvl="1"/>
            <a:r>
              <a:rPr lang="en-US" dirty="0"/>
              <a:t>Role 16pt</a:t>
            </a:r>
          </a:p>
          <a:p>
            <a:pPr lvl="2"/>
            <a:r>
              <a:rPr lang="en-US" dirty="0"/>
              <a:t>Short bio 12pt</a:t>
            </a:r>
          </a:p>
          <a:p>
            <a:pPr lvl="3"/>
            <a:r>
              <a:rPr lang="en-US" dirty="0"/>
              <a:t>Bullet point 12pt</a:t>
            </a:r>
          </a:p>
        </p:txBody>
      </p:sp>
      <p:sp>
        <p:nvSpPr>
          <p:cNvPr id="29" name="Footer Placeholder 3">
            <a:extLst>
              <a:ext uri="{FF2B5EF4-FFF2-40B4-BE49-F238E27FC236}">
                <a16:creationId xmlns:a16="http://schemas.microsoft.com/office/drawing/2014/main" id="{F748F9AD-5F56-42EC-9922-780EBA4436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32" name="GTS_WH" descr="Accenture Greater Than symbol in white">
            <a:extLst>
              <a:ext uri="{FF2B5EF4-FFF2-40B4-BE49-F238E27FC236}">
                <a16:creationId xmlns:a16="http://schemas.microsoft.com/office/drawing/2014/main" id="{B49891DC-D80E-4D1B-961E-1B567E0E453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8FB076-B311-496F-8C11-2C54B06FBB3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199DF3DD-2E34-4D79-8E11-12CE813E73F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8100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6FCD1A94-A214-4264-842C-B5DA710C1F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895C1CB4-E517-4380-8170-E8C0CA787FB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6AFBE91E-BB56-4FAF-ADEB-859CA86F829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15D78B8A-7ECF-44EE-A95F-FBD072A68894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F2F64C30-F694-4DC6-AAED-5ECA99ECCF5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0289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703" userDrawn="1">
          <p15:clr>
            <a:srgbClr val="C35E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Team 8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dirty="0"/>
              <a:t>Place text here, use indent to access other levels 20pt</a:t>
            </a:r>
          </a:p>
          <a:p>
            <a:pPr lvl="1"/>
            <a:r>
              <a:rPr lang="en-GB" dirty="0"/>
              <a:t>Second level 20pt</a:t>
            </a:r>
          </a:p>
          <a:p>
            <a:pPr lvl="2"/>
            <a:r>
              <a:rPr lang="en-GB" dirty="0"/>
              <a:t>Third level 20pt</a:t>
            </a:r>
          </a:p>
          <a:p>
            <a:pPr lvl="3"/>
            <a:r>
              <a:rPr lang="en-GB" dirty="0"/>
              <a:t>Fourth level 18pt</a:t>
            </a:r>
          </a:p>
          <a:p>
            <a:pPr lvl="4"/>
            <a:r>
              <a:rPr lang="en-GB" dirty="0"/>
              <a:t>Fifth level 18pt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0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1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3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2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 dirty="0"/>
              <a:t>Add profile photo</a:t>
            </a:r>
            <a:endParaRPr lang="en-US" dirty="0"/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 dirty="0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 dirty="0"/>
              <a:t>Role 14pt</a:t>
            </a:r>
          </a:p>
        </p:txBody>
      </p:sp>
      <p:sp>
        <p:nvSpPr>
          <p:cNvPr id="50" name="Footer Placeholder 3">
            <a:extLst>
              <a:ext uri="{FF2B5EF4-FFF2-40B4-BE49-F238E27FC236}">
                <a16:creationId xmlns:a16="http://schemas.microsoft.com/office/drawing/2014/main" id="{A671D4FB-2F86-4AF3-89D0-D61D543789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1014D8-C563-4003-8EBC-A9F6EE68BA63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1559D4A6-A7D1-4EAE-87E5-EB8A4B73E546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4325822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564E037C-8888-4DE6-88C4-A629CBF5F3A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298233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1" name="Picture Placeholder 4">
            <a:extLst>
              <a:ext uri="{FF2B5EF4-FFF2-40B4-BE49-F238E27FC236}">
                <a16:creationId xmlns:a16="http://schemas.microsoft.com/office/drawing/2014/main" id="{1DD1D133-7281-4297-B58B-4683B9743A5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270644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4D49677A-CABE-49CD-A2EE-9EC21E15DF2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243055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53" name="Picture Placeholder 4">
            <a:extLst>
              <a:ext uri="{FF2B5EF4-FFF2-40B4-BE49-F238E27FC236}">
                <a16:creationId xmlns:a16="http://schemas.microsoft.com/office/drawing/2014/main" id="{E46B730A-2104-4381-A7F8-6A08201D7F9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325822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60" name="Picture Placeholder 4">
            <a:extLst>
              <a:ext uri="{FF2B5EF4-FFF2-40B4-BE49-F238E27FC236}">
                <a16:creationId xmlns:a16="http://schemas.microsoft.com/office/drawing/2014/main" id="{15BD8921-64C2-47AC-9DE2-E4DFFCBF7C6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9823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3EF9A07C-1758-4B3E-A1CD-67412E56BBFE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270644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25D8A2F3-A845-4271-8B71-45408EF9F6C1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24305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192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dirty="0"/>
              <a:t>Drag picture to placeholder or click icon to add, then ‘Send to Back’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AF384B1D-1AA1-4DD2-A317-08008594F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Place sub-headline here in GT Sectra Fine </a:t>
            </a:r>
            <a:r>
              <a:rPr lang="en-US" dirty="0" err="1"/>
              <a:t>Rg</a:t>
            </a:r>
            <a:r>
              <a:rPr lang="en-US" dirty="0"/>
              <a:t> 24pt, indent for other levels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bullet 18pt</a:t>
            </a:r>
          </a:p>
          <a:p>
            <a:pPr lvl="3"/>
            <a:r>
              <a:rPr lang="en-US" dirty="0"/>
              <a:t>Fourth level bullet 16pt</a:t>
            </a:r>
          </a:p>
          <a:p>
            <a:pPr lvl="4"/>
            <a:r>
              <a:rPr lang="en-US" dirty="0"/>
              <a:t>Fifth level bullet 16pt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A2778-1AEF-4134-970E-9AB430A520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ECD5DAA7-2D65-4744-A4C4-3E3C318A0F60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1817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ort Headline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solidFill>
            <a:schemeClr val="tx1">
              <a:lumMod val="95000"/>
            </a:schemeClr>
          </a:solidFill>
        </p:spPr>
        <p:txBody>
          <a:bodyPr lIns="0" tIns="210312" anchor="t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 bwMode="white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E567C369-8A33-4851-8646-E53D6E8D8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2B8317-AACA-4DC7-AD68-8986DF629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7" y="3264586"/>
            <a:ext cx="5330952" cy="304731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457200">
              <a:buFont typeface="Graphik" panose="020B0503030202060203" pitchFamily="34" charset="0"/>
              <a:buChar char="–"/>
              <a:defRPr sz="1800">
                <a:solidFill>
                  <a:schemeClr val="tx1"/>
                </a:solidFill>
              </a:defRPr>
            </a:lvl3pPr>
            <a:lvl4pPr marL="685800">
              <a:buFont typeface="Graphik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914400">
              <a:buFont typeface="Graphik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Place sub-headline here in GT Sectra Fine </a:t>
            </a:r>
            <a:r>
              <a:rPr lang="en-US" dirty="0" err="1"/>
              <a:t>Rg</a:t>
            </a:r>
            <a:r>
              <a:rPr lang="en-US" dirty="0"/>
              <a:t> 24pt, indent for other levels</a:t>
            </a:r>
          </a:p>
          <a:p>
            <a:pPr lvl="1"/>
            <a:r>
              <a:rPr lang="en-US" dirty="0"/>
              <a:t>Second level 18pt</a:t>
            </a:r>
          </a:p>
          <a:p>
            <a:pPr lvl="2"/>
            <a:r>
              <a:rPr lang="en-US" dirty="0"/>
              <a:t>Third level bullet 18pt</a:t>
            </a:r>
          </a:p>
          <a:p>
            <a:pPr lvl="3"/>
            <a:r>
              <a:rPr lang="en-US" dirty="0"/>
              <a:t>Fourth level bullet 16pt</a:t>
            </a:r>
          </a:p>
          <a:p>
            <a:pPr lvl="4"/>
            <a:r>
              <a:rPr lang="en-US" dirty="0"/>
              <a:t>Fifth level bullet 16pt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F1D8E5-ED70-409D-A4B1-635A02DFE5A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9" name="GTS_Purple" descr="Accenture Greater Than symbol in white">
            <a:extLst>
              <a:ext uri="{FF2B5EF4-FFF2-40B4-BE49-F238E27FC236}">
                <a16:creationId xmlns:a16="http://schemas.microsoft.com/office/drawing/2014/main" id="{8C4A6146-1E4E-44A0-BBBB-ACDCAA9D7F2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180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06E6C-6576-4BA5-948F-BD9FE24FA0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115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+ imag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217B10-543D-46E3-A5E7-CA1C578F6F6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4452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istic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 userDrawn="1"/>
        </p:nvSpPr>
        <p:spPr bwMode="white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311900"/>
          </a:xfrm>
          <a:solidFill>
            <a:schemeClr val="bg1">
              <a:lumMod val="95000"/>
            </a:schemeClr>
          </a:solidFill>
        </p:spPr>
        <p:txBody>
          <a:bodyPr tIns="45720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 userDrawn="1"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 userDrawn="1"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 userDrawn="1"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665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0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24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3B3ABE64-A2B2-4267-83DE-C2D349057B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pic>
        <p:nvPicPr>
          <p:cNvPr id="19" name="Picture 18" descr="Accenture Greater Than symbol in white">
            <a:extLst>
              <a:ext uri="{FF2B5EF4-FFF2-40B4-BE49-F238E27FC236}">
                <a16:creationId xmlns:a16="http://schemas.microsoft.com/office/drawing/2014/main" id="{E8781F80-F3D9-42F9-B6EE-F6DC303E05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A306F6-3D4B-4153-AFB5-695424B80AC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012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stic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 userDrawn="1"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 userDrawn="1"/>
        </p:nvSpPr>
        <p:spPr bwMode="white">
          <a:xfrm>
            <a:off x="9144056" y="3155948"/>
            <a:ext cx="3047944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 userDrawn="1"/>
        </p:nvSpPr>
        <p:spPr bwMode="white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-1"/>
            <a:ext cx="3048024" cy="3151189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Drag picture to placeholder </a:t>
            </a:r>
          </a:p>
          <a:p>
            <a:r>
              <a:rPr lang="en-GB" dirty="0"/>
              <a:t>or click icon to add</a:t>
            </a:r>
            <a:endParaRPr lang="en-US" dirty="0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1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5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 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155942"/>
            <a:ext cx="3048000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 dirty="0"/>
              <a:t>Drag picture to placeholder </a:t>
            </a:r>
          </a:p>
          <a:p>
            <a:pPr marL="228600" lvl="0" indent="-228600" algn="ctr"/>
            <a:r>
              <a:rPr lang="en-GB" dirty="0"/>
              <a:t>or click icon to add</a:t>
            </a:r>
            <a:endParaRPr lang="en-US" dirty="0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dirty="0"/>
              <a:t>00x</a:t>
            </a:r>
            <a:endParaRPr lang="en-US" dirty="0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662794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Stat headline20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 dirty="0"/>
              <a:t>Bullet point 16pt</a:t>
            </a:r>
          </a:p>
        </p:txBody>
      </p:sp>
      <p:sp>
        <p:nvSpPr>
          <p:cNvPr id="35" name="Text Placeholder 26">
            <a:extLst>
              <a:ext uri="{FF2B5EF4-FFF2-40B4-BE49-F238E27FC236}">
                <a16:creationId xmlns:a16="http://schemas.microsoft.com/office/drawing/2014/main" id="{9BC0904C-6BDA-4032-94C2-6417F59042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0997" y="380999"/>
            <a:ext cx="5333972" cy="2393952"/>
          </a:xfrm>
        </p:spPr>
        <p:txBody>
          <a:bodyPr anchor="ctr"/>
          <a:lstStyle>
            <a:lvl1pPr marL="0" indent="0">
              <a:buNone/>
              <a:defRPr kumimoji="0" lang="en-US" sz="3600" b="1" i="0" u="none" strike="noStrike" kern="120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rPr>
              <a:t>P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j-ea"/>
                <a:cs typeface="+mj-cs"/>
              </a:rPr>
              <a:t>lace headline here 36pt, min 30pt)</a:t>
            </a:r>
          </a:p>
        </p:txBody>
      </p:sp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272DDB3A-459D-40AA-A5E7-DDCDD2DEA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</a:p>
        </p:txBody>
      </p:sp>
      <p:pic>
        <p:nvPicPr>
          <p:cNvPr id="23" name="Picture 22" descr="Accenture Greater Than symbol in white">
            <a:extLst>
              <a:ext uri="{FF2B5EF4-FFF2-40B4-BE49-F238E27FC236}">
                <a16:creationId xmlns:a16="http://schemas.microsoft.com/office/drawing/2014/main" id="{78774BCE-242F-4FF9-9C01-D01B97743A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1B33BA-8B14-4BE4-8987-4DD490763486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‹nº›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62061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ccenture Gradient Dark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key message here 54pt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310B6FD-F7E2-4120-A2CE-22852AAA9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2FF57A0A-C5DD-42B6-8DD3-E5EA041C72D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1A683-09B8-4B7C-917B-D192D06BBA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33650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key message here 54pt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 userDrawn="1"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8D9D8DCD-E7C3-4F1A-8A48-31319650A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B0B0C095-6C73-4899-AD8E-8F75768CF51A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FE70C-67B2-45BA-88F7-45C14692FC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1378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AD31DD4-2506-4E03-897C-F4C8C020F0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 dirty="0"/>
              <a:t>Drag picture to placeholder or click icon to add, then send to back.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headline here 54pt</a:t>
            </a: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2A2CFACC-0767-48E1-9FD9-763E5025E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7" name="GTS_WH" descr="Accenture Greater Than symbol in white">
            <a:extLst>
              <a:ext uri="{FF2B5EF4-FFF2-40B4-BE49-F238E27FC236}">
                <a16:creationId xmlns:a16="http://schemas.microsoft.com/office/drawing/2014/main" id="{AE479463-B4C9-4B9A-BE8B-62B5B9CF0075}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BAA91-4288-4230-8881-E1D51DEBF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2348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80EAEA1-D575-4107-8AFC-0CAE2D4FB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A237C-DB73-401B-BD5B-B8B913323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45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 dirty="0"/>
              <a:t>Place headline here (36pt, min 30pt)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US" dirty="0"/>
              <a:t>Place subtitle here 20pt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81D62B4-50F4-4143-BFCC-F5508365C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7CFBA7-F1B1-4FF3-932C-7525FBDA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91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BF2C1-BAA9-4BAD-9934-C110D7303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542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(bullet 20pt)</a:t>
            </a:r>
          </a:p>
          <a:p>
            <a:pPr lvl="1"/>
            <a:r>
              <a:rPr lang="en-US" dirty="0"/>
              <a:t>Second level (bullet 20pt)</a:t>
            </a:r>
          </a:p>
          <a:p>
            <a:pPr lvl="2"/>
            <a:r>
              <a:rPr lang="en-US" dirty="0"/>
              <a:t>Third level (bullet 20pt)</a:t>
            </a:r>
          </a:p>
          <a:p>
            <a:pPr lvl="3"/>
            <a:r>
              <a:rPr lang="en-US" dirty="0"/>
              <a:t>Fourth level (bullet 18pt)</a:t>
            </a:r>
          </a:p>
          <a:p>
            <a:pPr lvl="4"/>
            <a:r>
              <a:rPr lang="en-US" dirty="0"/>
              <a:t>Fifth level (bullet 18pt)</a:t>
            </a:r>
          </a:p>
          <a:p>
            <a:pPr lvl="5"/>
            <a:r>
              <a:rPr lang="en-US" dirty="0"/>
              <a:t>Sixth level (copy 16pt)</a:t>
            </a:r>
          </a:p>
          <a:p>
            <a:pPr lvl="6"/>
            <a:r>
              <a:rPr lang="en-US" dirty="0"/>
              <a:t>Seventh level (small copy 12pt)</a:t>
            </a:r>
          </a:p>
          <a:p>
            <a:pPr lvl="7"/>
            <a:r>
              <a:rPr lang="en-US" dirty="0"/>
              <a:t>EIGHT LEVEL (DESCRIPTOR 10PT)</a:t>
            </a:r>
          </a:p>
          <a:p>
            <a:pPr lvl="8"/>
            <a:r>
              <a:rPr lang="en-US" dirty="0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10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729" r:id="rId2"/>
    <p:sldLayoutId id="2147483682" r:id="rId3"/>
    <p:sldLayoutId id="2147483734" r:id="rId4"/>
    <p:sldLayoutId id="2147483681" r:id="rId5"/>
    <p:sldLayoutId id="2147483750" r:id="rId6"/>
    <p:sldLayoutId id="2147483761" r:id="rId7"/>
    <p:sldLayoutId id="2147483649" r:id="rId8"/>
    <p:sldLayoutId id="2147483748" r:id="rId9"/>
    <p:sldLayoutId id="2147483762" r:id="rId10"/>
    <p:sldLayoutId id="2147483651" r:id="rId11"/>
    <p:sldLayoutId id="2147483721" r:id="rId12"/>
    <p:sldLayoutId id="2147483739" r:id="rId13"/>
    <p:sldLayoutId id="2147483737" r:id="rId14"/>
    <p:sldLayoutId id="2147483742" r:id="rId15"/>
    <p:sldLayoutId id="2147483724" r:id="rId16"/>
    <p:sldLayoutId id="2147483723" r:id="rId17"/>
    <p:sldLayoutId id="2147483725" r:id="rId18"/>
    <p:sldLayoutId id="2147483755" r:id="rId19"/>
    <p:sldLayoutId id="2147483757" r:id="rId20"/>
    <p:sldLayoutId id="2147483673" r:id="rId21"/>
    <p:sldLayoutId id="2147483653" r:id="rId22"/>
    <p:sldLayoutId id="2147483722" r:id="rId23"/>
    <p:sldLayoutId id="2147483693" r:id="rId24"/>
    <p:sldLayoutId id="2147483758" r:id="rId25"/>
    <p:sldLayoutId id="2147483701" r:id="rId26"/>
    <p:sldLayoutId id="2147483668" r:id="rId27"/>
    <p:sldLayoutId id="2147483707" r:id="rId28"/>
    <p:sldLayoutId id="2147483714" r:id="rId29"/>
    <p:sldLayoutId id="2147483657" r:id="rId30"/>
    <p:sldLayoutId id="2147483679" r:id="rId31"/>
    <p:sldLayoutId id="2147483661" r:id="rId32"/>
    <p:sldLayoutId id="2147483754" r:id="rId33"/>
    <p:sldLayoutId id="2147483678" r:id="rId34"/>
    <p:sldLayoutId id="2147483663" r:id="rId35"/>
    <p:sldLayoutId id="2147483667" r:id="rId36"/>
    <p:sldLayoutId id="2147483726" r:id="rId37"/>
    <p:sldLayoutId id="2147483688" r:id="rId38"/>
    <p:sldLayoutId id="2147483655" r:id="rId39"/>
    <p:sldLayoutId id="2147483745" r:id="rId40"/>
    <p:sldLayoutId id="2147483741" r:id="rId41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C35EA4"/>
          </p15:clr>
        </p15:guide>
        <p15:guide id="2" orient="horz" pos="3976" userDrawn="1">
          <p15:clr>
            <a:srgbClr val="C35EA4"/>
          </p15:clr>
        </p15:guide>
        <p15:guide id="3" pos="240" userDrawn="1">
          <p15:clr>
            <a:srgbClr val="C35EA4"/>
          </p15:clr>
        </p15:guide>
        <p15:guide id="4" pos="74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7.png"/><Relationship Id="rId4" Type="http://schemas.openxmlformats.org/officeDocument/2006/relationships/hyperlink" Target="https://demoqa.com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9.png"/><Relationship Id="rId4" Type="http://schemas.openxmlformats.org/officeDocument/2006/relationships/hyperlink" Target="https://demoqa.com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0.xml"/><Relationship Id="rId4" Type="http://schemas.openxmlformats.org/officeDocument/2006/relationships/hyperlink" Target="https://demoqa.com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0.xml"/><Relationship Id="rId4" Type="http://schemas.openxmlformats.org/officeDocument/2006/relationships/hyperlink" Target="https://demoqa.com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0.xml"/><Relationship Id="rId4" Type="http://schemas.openxmlformats.org/officeDocument/2006/relationships/hyperlink" Target="https://demoqa.com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A6B08-90E5-4430-AC0B-AEDEBA859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DESAFIO</a:t>
            </a:r>
            <a:br>
              <a:rPr lang="en-US" dirty="0"/>
            </a:br>
            <a:r>
              <a:rPr lang="en-US" sz="2800" dirty="0"/>
              <a:t>QA AUTOMATION ENGINEER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950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B1CE1BD-FFB5-EBEC-02B0-F2A9D10672EF}"/>
              </a:ext>
            </a:extLst>
          </p:cNvPr>
          <p:cNvSpPr/>
          <p:nvPr/>
        </p:nvSpPr>
        <p:spPr>
          <a:xfrm>
            <a:off x="230588" y="1024714"/>
            <a:ext cx="7203724" cy="1381539"/>
          </a:xfrm>
          <a:prstGeom prst="roundRect">
            <a:avLst/>
          </a:prstGeom>
          <a:solidFill>
            <a:srgbClr val="F8F8F8"/>
          </a:solidFill>
          <a:ln>
            <a:noFill/>
          </a:ln>
          <a:effectLst>
            <a:outerShdw blurRad="50800" dist="38100" dir="2700000" sx="99000" sy="99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0C8758D-AAF1-832E-4984-D573F6B489AB}"/>
              </a:ext>
            </a:extLst>
          </p:cNvPr>
          <p:cNvSpPr/>
          <p:nvPr/>
        </p:nvSpPr>
        <p:spPr>
          <a:xfrm>
            <a:off x="230588" y="2668451"/>
            <a:ext cx="7203724" cy="3744941"/>
          </a:xfrm>
          <a:prstGeom prst="roundRect">
            <a:avLst/>
          </a:prstGeom>
          <a:solidFill>
            <a:srgbClr val="F8F8F8"/>
          </a:solidFill>
          <a:ln>
            <a:noFill/>
          </a:ln>
          <a:effectLst>
            <a:outerShdw blurRad="50800" dist="38100" dir="2700000" sx="99000" sy="99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  <p:pic>
        <p:nvPicPr>
          <p:cNvPr id="3074" name="Picture 2" descr="Rules icon PNG and SVG Vector Free Download">
            <a:extLst>
              <a:ext uri="{FF2B5EF4-FFF2-40B4-BE49-F238E27FC236}">
                <a16:creationId xmlns:a16="http://schemas.microsoft.com/office/drawing/2014/main" id="{13D1F108-E962-0663-B697-CAFF88A173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1311" y="1181100"/>
            <a:ext cx="3905250" cy="487680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5445D4-0A46-48ED-BBD6-9647C9EBCBA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Desafio</a:t>
            </a:r>
            <a:r>
              <a:rPr lang="en-US" dirty="0"/>
              <a:t> – QA Automation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6F85B8-0018-4703-B04A-35BF324BB9EA}"/>
              </a:ext>
            </a:extLst>
          </p:cNvPr>
          <p:cNvSpPr txBox="1"/>
          <p:nvPr/>
        </p:nvSpPr>
        <p:spPr>
          <a:xfrm>
            <a:off x="447015" y="1208643"/>
            <a:ext cx="6813818" cy="17971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1200" b="1" i="0" u="none" strike="noStrike" baseline="0" noProof="0" dirty="0" err="1">
                <a:latin typeface="Graphik" panose="020B0503030202060203" pitchFamily="34" charset="0"/>
              </a:rPr>
              <a:t>Resumo</a:t>
            </a:r>
            <a:r>
              <a:rPr lang="en-US" sz="1200" b="1" i="0" u="none" strike="noStrike" baseline="0" noProof="0" dirty="0">
                <a:latin typeface="Graphik" panose="020B0503030202060203" pitchFamily="34" charset="0"/>
              </a:rPr>
              <a:t>:</a:t>
            </a:r>
          </a:p>
          <a:p>
            <a:pPr algn="l"/>
            <a:endParaRPr lang="en-US" sz="1050" b="0" i="0" u="none" strike="noStrike" baseline="0" noProof="0" dirty="0">
              <a:latin typeface="Graphik" panose="020B0503030202060203" pitchFamily="34" charset="0"/>
            </a:endParaRPr>
          </a:p>
          <a:p>
            <a:pPr algn="l"/>
            <a:r>
              <a:rPr lang="en-US" sz="1200" b="0" i="0" u="none" strike="noStrike" baseline="0" noProof="0" dirty="0">
                <a:latin typeface="Graphik" panose="020B0503030202060203" pitchFamily="34" charset="0"/>
              </a:rPr>
              <a:t>O </a:t>
            </a:r>
            <a:r>
              <a:rPr lang="en-US" sz="1200" b="0" i="0" u="none" strike="noStrike" baseline="0" noProof="0" dirty="0" err="1">
                <a:latin typeface="Graphik" panose="020B0503030202060203" pitchFamily="34" charset="0"/>
              </a:rPr>
              <a:t>Desafio</a:t>
            </a:r>
            <a:r>
              <a:rPr lang="en-US" sz="1200" b="0" i="0" u="none" strike="noStrike" baseline="0" noProof="0" dirty="0">
                <a:latin typeface="Graphik" panose="020B0503030202060203" pitchFamily="34" charset="0"/>
              </a:rPr>
              <a:t> de QA Automation da Accenture, </a:t>
            </a:r>
            <a:r>
              <a:rPr lang="en-US" sz="1200" b="0" i="0" u="none" strike="noStrike" baseline="0" noProof="0" dirty="0" err="1">
                <a:latin typeface="Graphik" panose="020B0503030202060203" pitchFamily="34" charset="0"/>
              </a:rPr>
              <a:t>está</a:t>
            </a:r>
            <a:r>
              <a:rPr lang="en-US" sz="1200" b="0" i="0" u="none" strike="noStrike" baseline="0" noProof="0" dirty="0">
                <a:latin typeface="Graphik" panose="020B0503030202060203" pitchFamily="34" charset="0"/>
              </a:rPr>
              <a:t> </a:t>
            </a:r>
            <a:r>
              <a:rPr lang="en-US" sz="1200" b="0" i="0" u="none" strike="noStrike" baseline="0" noProof="0" dirty="0" err="1">
                <a:latin typeface="Graphik" panose="020B0503030202060203" pitchFamily="34" charset="0"/>
              </a:rPr>
              <a:t>dividido</a:t>
            </a:r>
            <a:r>
              <a:rPr lang="en-US" sz="1200" b="0" i="0" u="none" strike="noStrike" baseline="0" noProof="0" dirty="0">
                <a:latin typeface="Graphik" panose="020B0503030202060203" pitchFamily="34" charset="0"/>
              </a:rPr>
              <a:t> </a:t>
            </a:r>
            <a:r>
              <a:rPr lang="en-US" sz="1200" b="0" i="0" u="none" strike="noStrike" baseline="0" noProof="0" dirty="0" err="1">
                <a:latin typeface="Graphik" panose="020B0503030202060203" pitchFamily="34" charset="0"/>
              </a:rPr>
              <a:t>em</a:t>
            </a:r>
            <a:r>
              <a:rPr lang="en-US" sz="1200" b="0" i="0" u="none" strike="noStrike" baseline="0" noProof="0" dirty="0">
                <a:latin typeface="Graphik" panose="020B0503030202060203" pitchFamily="34" charset="0"/>
              </a:rPr>
              <a:t> </a:t>
            </a:r>
            <a:r>
              <a:rPr lang="en-US" sz="1200" b="0" i="0" u="none" strike="noStrike" baseline="0" noProof="0" dirty="0" err="1">
                <a:latin typeface="Graphik" panose="020B0503030202060203" pitchFamily="34" charset="0"/>
              </a:rPr>
              <a:t>duas</a:t>
            </a:r>
            <a:r>
              <a:rPr lang="en-US" sz="1200" b="0" i="0" u="none" strike="noStrike" baseline="0" noProof="0" dirty="0">
                <a:latin typeface="Graphik" panose="020B0503030202060203" pitchFamily="34" charset="0"/>
              </a:rPr>
              <a:t> </a:t>
            </a:r>
            <a:r>
              <a:rPr lang="en-US" sz="1200" b="0" i="0" u="none" strike="noStrike" baseline="0" noProof="0" dirty="0" err="1">
                <a:latin typeface="Graphik" panose="020B0503030202060203" pitchFamily="34" charset="0"/>
              </a:rPr>
              <a:t>partes</a:t>
            </a:r>
            <a:r>
              <a:rPr lang="en-US" sz="1200" b="0" i="0" u="none" strike="noStrike" baseline="0" noProof="0" dirty="0">
                <a:latin typeface="Graphik" panose="020B0503030202060203" pitchFamily="34" charset="0"/>
              </a:rPr>
              <a:t>. A </a:t>
            </a:r>
            <a:r>
              <a:rPr lang="en-US" sz="1200" b="0" i="0" u="none" strike="noStrike" baseline="0" noProof="0" dirty="0" err="1">
                <a:latin typeface="Graphik" panose="020B0503030202060203" pitchFamily="34" charset="0"/>
              </a:rPr>
              <a:t>primeira</a:t>
            </a:r>
            <a:r>
              <a:rPr lang="en-US" sz="1200" b="0" i="0" u="none" strike="noStrike" baseline="0" noProof="0" dirty="0">
                <a:latin typeface="Graphik" panose="020B0503030202060203" pitchFamily="34" charset="0"/>
              </a:rPr>
              <a:t> delas, </a:t>
            </a:r>
            <a:r>
              <a:rPr lang="en-US" sz="1200" b="0" i="0" u="none" strike="noStrike" baseline="0" noProof="0" dirty="0" err="1">
                <a:latin typeface="Graphik" panose="020B0503030202060203" pitchFamily="34" charset="0"/>
              </a:rPr>
              <a:t>consiste</a:t>
            </a:r>
            <a:r>
              <a:rPr lang="en-US" sz="1200" b="0" i="0" u="none" strike="noStrike" baseline="0" noProof="0" dirty="0">
                <a:latin typeface="Graphik" panose="020B0503030202060203" pitchFamily="34" charset="0"/>
              </a:rPr>
              <a:t> </a:t>
            </a:r>
            <a:r>
              <a:rPr lang="en-US" sz="1200" b="0" i="0" u="none" strike="noStrike" baseline="0" noProof="0" dirty="0" err="1">
                <a:latin typeface="Graphik" panose="020B0503030202060203" pitchFamily="34" charset="0"/>
              </a:rPr>
              <a:t>em</a:t>
            </a:r>
            <a:r>
              <a:rPr lang="en-US" sz="1200" b="0" i="0" u="none" strike="noStrike" baseline="0" noProof="0" dirty="0">
                <a:latin typeface="Graphik" panose="020B0503030202060203" pitchFamily="34" charset="0"/>
              </a:rPr>
              <a:t> um </a:t>
            </a:r>
            <a:r>
              <a:rPr lang="en-US" sz="1200" b="0" i="0" u="none" strike="noStrike" baseline="0" noProof="0" dirty="0" err="1">
                <a:latin typeface="Graphik" panose="020B0503030202060203" pitchFamily="34" charset="0"/>
              </a:rPr>
              <a:t>desafio</a:t>
            </a:r>
            <a:r>
              <a:rPr lang="en-US" sz="1200" dirty="0">
                <a:latin typeface="Graphik" panose="020B0503030202060203" pitchFamily="34" charset="0"/>
              </a:rPr>
              <a:t> </a:t>
            </a:r>
            <a:r>
              <a:rPr lang="en-US" sz="1200" dirty="0" err="1">
                <a:latin typeface="Graphik" panose="020B0503030202060203" pitchFamily="34" charset="0"/>
              </a:rPr>
              <a:t>técnico</a:t>
            </a:r>
            <a:r>
              <a:rPr lang="en-US" sz="1200" dirty="0">
                <a:latin typeface="Graphik" panose="020B0503030202060203" pitchFamily="34" charset="0"/>
              </a:rPr>
              <a:t> com </a:t>
            </a:r>
            <a:r>
              <a:rPr lang="en-US" sz="1200" dirty="0" err="1">
                <a:latin typeface="Graphik" panose="020B0503030202060203" pitchFamily="34" charset="0"/>
              </a:rPr>
              <a:t>foco</a:t>
            </a:r>
            <a:r>
              <a:rPr lang="en-US" sz="1200" dirty="0">
                <a:latin typeface="Graphik" panose="020B0503030202060203" pitchFamily="34" charset="0"/>
              </a:rPr>
              <a:t> </a:t>
            </a:r>
            <a:r>
              <a:rPr lang="en-US" sz="1200" dirty="0" err="1">
                <a:latin typeface="Graphik" panose="020B0503030202060203" pitchFamily="34" charset="0"/>
              </a:rPr>
              <a:t>em</a:t>
            </a:r>
            <a:r>
              <a:rPr lang="en-US" sz="1200" dirty="0">
                <a:latin typeface="Graphik" panose="020B0503030202060203" pitchFamily="34" charset="0"/>
              </a:rPr>
              <a:t> API, e a </a:t>
            </a:r>
            <a:r>
              <a:rPr lang="en-US" sz="1200" dirty="0" err="1">
                <a:latin typeface="Graphik" panose="020B0503030202060203" pitchFamily="34" charset="0"/>
              </a:rPr>
              <a:t>segunda</a:t>
            </a:r>
            <a:r>
              <a:rPr lang="en-US" sz="1200" dirty="0">
                <a:latin typeface="Graphik" panose="020B0503030202060203" pitchFamily="34" charset="0"/>
              </a:rPr>
              <a:t>, com o </a:t>
            </a:r>
            <a:r>
              <a:rPr lang="en-US" sz="1200" dirty="0" err="1">
                <a:latin typeface="Graphik" panose="020B0503030202060203" pitchFamily="34" charset="0"/>
              </a:rPr>
              <a:t>foco</a:t>
            </a:r>
            <a:r>
              <a:rPr lang="en-US" sz="1200" dirty="0">
                <a:latin typeface="Graphik" panose="020B0503030202060203" pitchFamily="34" charset="0"/>
              </a:rPr>
              <a:t> </a:t>
            </a:r>
            <a:r>
              <a:rPr lang="en-US" sz="1200" dirty="0" err="1">
                <a:latin typeface="Graphik" panose="020B0503030202060203" pitchFamily="34" charset="0"/>
              </a:rPr>
              <a:t>em</a:t>
            </a:r>
            <a:r>
              <a:rPr lang="en-US" sz="1200" dirty="0">
                <a:latin typeface="Graphik" panose="020B0503030202060203" pitchFamily="34" charset="0"/>
              </a:rPr>
              <a:t> </a:t>
            </a:r>
            <a:r>
              <a:rPr lang="en-US" sz="1200" dirty="0" err="1">
                <a:latin typeface="Graphik" panose="020B0503030202060203" pitchFamily="34" charset="0"/>
              </a:rPr>
              <a:t>automação</a:t>
            </a:r>
            <a:r>
              <a:rPr lang="en-US" sz="1200" dirty="0">
                <a:latin typeface="Graphik" panose="020B0503030202060203" pitchFamily="34" charset="0"/>
              </a:rPr>
              <a:t> de </a:t>
            </a:r>
            <a:r>
              <a:rPr lang="en-US" sz="1200" dirty="0" err="1">
                <a:latin typeface="Graphik" panose="020B0503030202060203" pitchFamily="34" charset="0"/>
              </a:rPr>
              <a:t>elementos</a:t>
            </a:r>
            <a:r>
              <a:rPr lang="en-US" sz="1200" dirty="0">
                <a:latin typeface="Graphik" panose="020B0503030202060203" pitchFamily="34" charset="0"/>
              </a:rPr>
              <a:t> </a:t>
            </a:r>
            <a:r>
              <a:rPr lang="en-US" sz="1200" dirty="0" err="1">
                <a:latin typeface="Graphik" panose="020B0503030202060203" pitchFamily="34" charset="0"/>
              </a:rPr>
              <a:t>visuais</a:t>
            </a:r>
            <a:r>
              <a:rPr lang="en-US" sz="1200" dirty="0">
                <a:latin typeface="Graphik" panose="020B0503030202060203" pitchFamily="34" charset="0"/>
              </a:rPr>
              <a:t>.</a:t>
            </a:r>
          </a:p>
          <a:p>
            <a:pPr algn="l"/>
            <a:endParaRPr lang="en-US" sz="1800" b="0" i="0" u="none" strike="noStrike" baseline="0" noProof="0" dirty="0">
              <a:latin typeface="Graphik" panose="020B0503030202060203" pitchFamily="34" charset="0"/>
            </a:endParaRPr>
          </a:p>
          <a:p>
            <a:pPr algn="l"/>
            <a:endParaRPr lang="en-US" dirty="0">
              <a:latin typeface="Graphik" panose="020B0503030202060203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F794C-F745-4E14-B99D-124BDBFEBE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51165-7BD6-4E64-A234-0A3D8D8E4F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2C27CA-7CDB-754B-00CF-E20101F1E627}"/>
              </a:ext>
            </a:extLst>
          </p:cNvPr>
          <p:cNvSpPr txBox="1"/>
          <p:nvPr/>
        </p:nvSpPr>
        <p:spPr>
          <a:xfrm>
            <a:off x="381000" y="2787716"/>
            <a:ext cx="672746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lang="en-US" sz="1400" b="1" dirty="0" err="1">
                <a:latin typeface="Graphik" panose="020B0503030202060203" pitchFamily="34" charset="0"/>
              </a:rPr>
              <a:t>Regras</a:t>
            </a:r>
            <a:r>
              <a:rPr lang="en-US" sz="1400" b="1" dirty="0">
                <a:latin typeface="Graphik" panose="020B0503030202060203" pitchFamily="34" charset="0"/>
              </a:rPr>
              <a:t> </a:t>
            </a:r>
            <a:r>
              <a:rPr lang="en-US" sz="1400" b="1" dirty="0" err="1">
                <a:latin typeface="Graphik" panose="020B0503030202060203" pitchFamily="34" charset="0"/>
              </a:rPr>
              <a:t>gerais</a:t>
            </a:r>
            <a:r>
              <a:rPr lang="en-US" sz="1400" b="1" dirty="0">
                <a:latin typeface="Graphik" panose="020B0503030202060203" pitchFamily="34" charset="0"/>
              </a:rPr>
              <a:t>:</a:t>
            </a:r>
          </a:p>
          <a:p>
            <a:pPr marL="285750" indent="-285750" algn="l"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latin typeface="Graphik" panose="020B0503030202060203" pitchFamily="34" charset="0"/>
              </a:rPr>
              <a:t>O </a:t>
            </a:r>
            <a:r>
              <a:rPr lang="en-US" sz="1100" dirty="0" err="1">
                <a:latin typeface="Graphik" panose="020B0503030202060203" pitchFamily="34" charset="0"/>
              </a:rPr>
              <a:t>Desafio</a:t>
            </a:r>
            <a:r>
              <a:rPr lang="en-US" sz="1100" dirty="0">
                <a:latin typeface="Graphik" panose="020B0503030202060203" pitchFamily="34" charset="0"/>
              </a:rPr>
              <a:t> </a:t>
            </a:r>
            <a:r>
              <a:rPr lang="en-US" sz="1100" dirty="0" err="1">
                <a:latin typeface="Graphik" panose="020B0503030202060203" pitchFamily="34" charset="0"/>
              </a:rPr>
              <a:t>pode</a:t>
            </a:r>
            <a:r>
              <a:rPr lang="en-US" sz="1100" dirty="0">
                <a:latin typeface="Graphik" panose="020B0503030202060203" pitchFamily="34" charset="0"/>
              </a:rPr>
              <a:t> ser </a:t>
            </a:r>
            <a:r>
              <a:rPr lang="en-US" sz="1100" dirty="0" err="1">
                <a:latin typeface="Graphik" panose="020B0503030202060203" pitchFamily="34" charset="0"/>
              </a:rPr>
              <a:t>feito</a:t>
            </a:r>
            <a:r>
              <a:rPr lang="en-US" sz="1100" dirty="0">
                <a:latin typeface="Graphik" panose="020B0503030202060203" pitchFamily="34" charset="0"/>
              </a:rPr>
              <a:t> com </a:t>
            </a:r>
            <a:r>
              <a:rPr lang="en-US" sz="1100" dirty="0" err="1">
                <a:latin typeface="Graphik" panose="020B0503030202060203" pitchFamily="34" charset="0"/>
              </a:rPr>
              <a:t>qualquer</a:t>
            </a:r>
            <a:r>
              <a:rPr lang="en-US" sz="1100" dirty="0">
                <a:latin typeface="Graphik" panose="020B0503030202060203" pitchFamily="34" charset="0"/>
              </a:rPr>
              <a:t> </a:t>
            </a:r>
            <a:r>
              <a:rPr lang="en-US" sz="1100" dirty="0" err="1">
                <a:latin typeface="Graphik" panose="020B0503030202060203" pitchFamily="34" charset="0"/>
              </a:rPr>
              <a:t>uma</a:t>
            </a:r>
            <a:r>
              <a:rPr lang="en-US" sz="1100" dirty="0">
                <a:latin typeface="Graphik" panose="020B0503030202060203" pitchFamily="34" charset="0"/>
              </a:rPr>
              <a:t> das </a:t>
            </a:r>
            <a:r>
              <a:rPr lang="en-US" sz="1100" dirty="0" err="1">
                <a:latin typeface="Graphik" panose="020B0503030202060203" pitchFamily="34" charset="0"/>
              </a:rPr>
              <a:t>linguagens</a:t>
            </a:r>
            <a:r>
              <a:rPr lang="en-US" sz="1100" dirty="0">
                <a:latin typeface="Graphik" panose="020B0503030202060203" pitchFamily="34" charset="0"/>
              </a:rPr>
              <a:t> Java, Ruby, Python </a:t>
            </a:r>
            <a:r>
              <a:rPr lang="en-US" sz="1100" dirty="0" err="1">
                <a:latin typeface="Graphik" panose="020B0503030202060203" pitchFamily="34" charset="0"/>
              </a:rPr>
              <a:t>ou</a:t>
            </a:r>
            <a:r>
              <a:rPr lang="en-US" sz="1100" dirty="0">
                <a:latin typeface="Graphik" panose="020B0503030202060203" pitchFamily="34" charset="0"/>
              </a:rPr>
              <a:t> </a:t>
            </a:r>
            <a:r>
              <a:rPr lang="en-US" sz="1100" dirty="0" err="1">
                <a:latin typeface="Graphik" panose="020B0503030202060203" pitchFamily="34" charset="0"/>
              </a:rPr>
              <a:t>javascript</a:t>
            </a:r>
            <a:r>
              <a:rPr lang="en-US" sz="1100" dirty="0">
                <a:latin typeface="Graphik" panose="020B0503030202060203" pitchFamily="34" charset="0"/>
              </a:rPr>
              <a:t>, com </a:t>
            </a:r>
            <a:r>
              <a:rPr lang="en-US" sz="1100" dirty="0" err="1">
                <a:latin typeface="Graphik" panose="020B0503030202060203" pitchFamily="34" charset="0"/>
              </a:rPr>
              <a:t>uso</a:t>
            </a:r>
            <a:r>
              <a:rPr lang="en-US" sz="1100" dirty="0">
                <a:latin typeface="Graphik" panose="020B0503030202060203" pitchFamily="34" charset="0"/>
              </a:rPr>
              <a:t> do selenium </a:t>
            </a:r>
            <a:r>
              <a:rPr lang="en-US" sz="1100" dirty="0" err="1">
                <a:latin typeface="Graphik" panose="020B0503030202060203" pitchFamily="34" charset="0"/>
              </a:rPr>
              <a:t>webdriver</a:t>
            </a:r>
            <a:r>
              <a:rPr lang="en-US" sz="1100" dirty="0">
                <a:latin typeface="Graphik" panose="020B0503030202060203" pitchFamily="34" charset="0"/>
              </a:rPr>
              <a:t> </a:t>
            </a:r>
            <a:r>
              <a:rPr lang="en-US" sz="1100" dirty="0" err="1">
                <a:latin typeface="Graphik" panose="020B0503030202060203" pitchFamily="34" charset="0"/>
              </a:rPr>
              <a:t>ou</a:t>
            </a:r>
            <a:r>
              <a:rPr lang="en-US" sz="1100" dirty="0">
                <a:latin typeface="Graphik" panose="020B0503030202060203" pitchFamily="34" charset="0"/>
              </a:rPr>
              <a:t> cypress. </a:t>
            </a:r>
          </a:p>
          <a:p>
            <a:pPr marL="285750" indent="-285750" algn="l"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latin typeface="Graphik" panose="020B0503030202060203" pitchFamily="34" charset="0"/>
              </a:rPr>
              <a:t>A </a:t>
            </a:r>
            <a:r>
              <a:rPr lang="en-US" sz="1100" dirty="0" err="1">
                <a:latin typeface="Graphik" panose="020B0503030202060203" pitchFamily="34" charset="0"/>
              </a:rPr>
              <a:t>parte</a:t>
            </a:r>
            <a:r>
              <a:rPr lang="en-US" sz="1100" dirty="0">
                <a:latin typeface="Graphik" panose="020B0503030202060203" pitchFamily="34" charset="0"/>
              </a:rPr>
              <a:t> 1, </a:t>
            </a:r>
            <a:r>
              <a:rPr lang="en-US" sz="1100" dirty="0" err="1">
                <a:latin typeface="Graphik" panose="020B0503030202060203" pitchFamily="34" charset="0"/>
              </a:rPr>
              <a:t>referente</a:t>
            </a:r>
            <a:r>
              <a:rPr lang="en-US" sz="1100" dirty="0">
                <a:latin typeface="Graphik" panose="020B0503030202060203" pitchFamily="34" charset="0"/>
              </a:rPr>
              <a:t> </a:t>
            </a:r>
            <a:r>
              <a:rPr lang="en-US" sz="1100" dirty="0" err="1">
                <a:latin typeface="Graphik" panose="020B0503030202060203" pitchFamily="34" charset="0"/>
              </a:rPr>
              <a:t>ao</a:t>
            </a:r>
            <a:r>
              <a:rPr lang="en-US" sz="1100" dirty="0">
                <a:latin typeface="Graphik" panose="020B0503030202060203" pitchFamily="34" charset="0"/>
              </a:rPr>
              <a:t> </a:t>
            </a:r>
            <a:r>
              <a:rPr lang="en-US" sz="1100" dirty="0" err="1">
                <a:latin typeface="Graphik" panose="020B0503030202060203" pitchFamily="34" charset="0"/>
              </a:rPr>
              <a:t>desafio</a:t>
            </a:r>
            <a:r>
              <a:rPr lang="en-US" sz="1100" dirty="0">
                <a:latin typeface="Graphik" panose="020B0503030202060203" pitchFamily="34" charset="0"/>
              </a:rPr>
              <a:t> de API, </a:t>
            </a:r>
            <a:r>
              <a:rPr lang="en-US" sz="1100" dirty="0" err="1">
                <a:latin typeface="Graphik" panose="020B0503030202060203" pitchFamily="34" charset="0"/>
              </a:rPr>
              <a:t>pode</a:t>
            </a:r>
            <a:r>
              <a:rPr lang="en-US" sz="1100" dirty="0">
                <a:latin typeface="Graphik" panose="020B0503030202060203" pitchFamily="34" charset="0"/>
              </a:rPr>
              <a:t> ser </a:t>
            </a:r>
            <a:r>
              <a:rPr lang="en-US" sz="1100" dirty="0" err="1">
                <a:latin typeface="Graphik" panose="020B0503030202060203" pitchFamily="34" charset="0"/>
              </a:rPr>
              <a:t>feita</a:t>
            </a:r>
            <a:r>
              <a:rPr lang="en-US" sz="1100" dirty="0">
                <a:latin typeface="Graphik" panose="020B0503030202060203" pitchFamily="34" charset="0"/>
              </a:rPr>
              <a:t> com o postman, mas </a:t>
            </a:r>
            <a:r>
              <a:rPr lang="pt-BR" sz="1100" dirty="0">
                <a:latin typeface="Graphik" panose="020B0503030202060203" pitchFamily="34" charset="0"/>
              </a:rPr>
              <a:t>é desejável que seja implementada utilizando algumas das linguagens do ponto 1, fazendo </a:t>
            </a:r>
            <a:r>
              <a:rPr lang="pt-BR" sz="1100">
                <a:latin typeface="Graphik" panose="020B0503030202060203" pitchFamily="34" charset="0"/>
              </a:rPr>
              <a:t>com que todos </a:t>
            </a:r>
            <a:r>
              <a:rPr lang="pt-BR" sz="1100" dirty="0">
                <a:latin typeface="Graphik" panose="020B0503030202060203" pitchFamily="34" charset="0"/>
              </a:rPr>
              <a:t>os steps sejam executados de forma contínua e com uma única execução.</a:t>
            </a:r>
            <a:endParaRPr lang="en-US" sz="1100" dirty="0">
              <a:latin typeface="Graphik" panose="020B0503030202060203" pitchFamily="34" charset="0"/>
            </a:endParaRPr>
          </a:p>
          <a:p>
            <a:pPr marL="285750" indent="-285750" algn="l"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100" dirty="0" err="1">
                <a:latin typeface="Graphik" panose="020B0503030202060203" pitchFamily="34" charset="0"/>
              </a:rPr>
              <a:t>Não</a:t>
            </a:r>
            <a:r>
              <a:rPr lang="en-US" sz="1100" dirty="0">
                <a:latin typeface="Graphik" panose="020B0503030202060203" pitchFamily="34" charset="0"/>
              </a:rPr>
              <a:t> é </a:t>
            </a:r>
            <a:r>
              <a:rPr lang="en-US" sz="1100" dirty="0" err="1">
                <a:latin typeface="Graphik" panose="020B0503030202060203" pitchFamily="34" charset="0"/>
              </a:rPr>
              <a:t>obrigatório</a:t>
            </a:r>
            <a:r>
              <a:rPr lang="en-US" sz="1100" dirty="0">
                <a:latin typeface="Graphik" panose="020B0503030202060203" pitchFamily="34" charset="0"/>
              </a:rPr>
              <a:t> </a:t>
            </a:r>
            <a:r>
              <a:rPr lang="en-US" sz="1100" dirty="0" err="1">
                <a:latin typeface="Graphik" panose="020B0503030202060203" pitchFamily="34" charset="0"/>
              </a:rPr>
              <a:t>desenvolver</a:t>
            </a:r>
            <a:r>
              <a:rPr lang="en-US" sz="1100" dirty="0">
                <a:latin typeface="Graphik" panose="020B0503030202060203" pitchFamily="34" charset="0"/>
              </a:rPr>
              <a:t> </a:t>
            </a:r>
            <a:r>
              <a:rPr lang="en-US" sz="1100" dirty="0" err="1">
                <a:latin typeface="Graphik" panose="020B0503030202060203" pitchFamily="34" charset="0"/>
              </a:rPr>
              <a:t>todo</a:t>
            </a:r>
            <a:r>
              <a:rPr lang="en-US" sz="1100" dirty="0">
                <a:latin typeface="Graphik" panose="020B0503030202060203" pitchFamily="34" charset="0"/>
              </a:rPr>
              <a:t> o </a:t>
            </a:r>
            <a:r>
              <a:rPr lang="en-US" sz="1100" dirty="0" err="1">
                <a:latin typeface="Graphik" panose="020B0503030202060203" pitchFamily="34" charset="0"/>
              </a:rPr>
              <a:t>desafio</a:t>
            </a:r>
            <a:r>
              <a:rPr lang="en-US" sz="1100" dirty="0">
                <a:latin typeface="Graphik" panose="020B0503030202060203" pitchFamily="34" charset="0"/>
              </a:rPr>
              <a:t>, </a:t>
            </a:r>
            <a:r>
              <a:rPr lang="en-US" sz="1100" dirty="0" err="1">
                <a:latin typeface="Graphik" panose="020B0503030202060203" pitchFamily="34" charset="0"/>
              </a:rPr>
              <a:t>porém</a:t>
            </a:r>
            <a:r>
              <a:rPr lang="en-US" sz="1100" dirty="0">
                <a:latin typeface="Graphik" panose="020B0503030202060203" pitchFamily="34" charset="0"/>
              </a:rPr>
              <a:t>, </a:t>
            </a:r>
            <a:r>
              <a:rPr lang="en-US" sz="1100" dirty="0" err="1">
                <a:latin typeface="Graphik" panose="020B0503030202060203" pitchFamily="34" charset="0"/>
              </a:rPr>
              <a:t>cada</a:t>
            </a:r>
            <a:r>
              <a:rPr lang="en-US" sz="1100" dirty="0">
                <a:latin typeface="Graphik" panose="020B0503030202060203" pitchFamily="34" charset="0"/>
              </a:rPr>
              <a:t> </a:t>
            </a:r>
            <a:r>
              <a:rPr lang="en-US" sz="1100" dirty="0" err="1">
                <a:latin typeface="Graphik" panose="020B0503030202060203" pitchFamily="34" charset="0"/>
              </a:rPr>
              <a:t>passo</a:t>
            </a:r>
            <a:r>
              <a:rPr lang="en-US" sz="1100" dirty="0">
                <a:latin typeface="Graphik" panose="020B0503030202060203" pitchFamily="34" charset="0"/>
              </a:rPr>
              <a:t> vale </a:t>
            </a:r>
            <a:r>
              <a:rPr lang="en-US" sz="1100" dirty="0" err="1">
                <a:latin typeface="Graphik" panose="020B0503030202060203" pitchFamily="34" charset="0"/>
              </a:rPr>
              <a:t>pontos</a:t>
            </a:r>
            <a:r>
              <a:rPr lang="en-US" sz="1100" dirty="0">
                <a:latin typeface="Graphik" panose="020B0503030202060203" pitchFamily="34" charset="0"/>
              </a:rPr>
              <a:t>.</a:t>
            </a:r>
          </a:p>
          <a:p>
            <a:pPr marL="285750" indent="-285750" algn="l"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latin typeface="Graphik" panose="020B0503030202060203" pitchFamily="34" charset="0"/>
              </a:rPr>
              <a:t>O </a:t>
            </a:r>
            <a:r>
              <a:rPr lang="en-US" sz="1100" dirty="0" err="1">
                <a:latin typeface="Graphik" panose="020B0503030202060203" pitchFamily="34" charset="0"/>
              </a:rPr>
              <a:t>uso</a:t>
            </a:r>
            <a:r>
              <a:rPr lang="en-US" sz="1100" dirty="0">
                <a:latin typeface="Graphik" panose="020B0503030202060203" pitchFamily="34" charset="0"/>
              </a:rPr>
              <a:t> do cucumber com o BDD, </a:t>
            </a:r>
            <a:r>
              <a:rPr lang="en-US" sz="1100" dirty="0" err="1">
                <a:latin typeface="Graphik" panose="020B0503030202060203" pitchFamily="34" charset="0"/>
              </a:rPr>
              <a:t>será</a:t>
            </a:r>
            <a:r>
              <a:rPr lang="en-US" sz="1100" dirty="0">
                <a:latin typeface="Graphik" panose="020B0503030202060203" pitchFamily="34" charset="0"/>
              </a:rPr>
              <a:t> </a:t>
            </a:r>
            <a:r>
              <a:rPr lang="en-US" sz="1100" dirty="0" err="1">
                <a:latin typeface="Graphik" panose="020B0503030202060203" pitchFamily="34" charset="0"/>
              </a:rPr>
              <a:t>considerado</a:t>
            </a:r>
            <a:r>
              <a:rPr lang="en-US" sz="1100" dirty="0">
                <a:latin typeface="Graphik" panose="020B0503030202060203" pitchFamily="34" charset="0"/>
              </a:rPr>
              <a:t> um </a:t>
            </a:r>
            <a:r>
              <a:rPr lang="en-US" sz="1100" dirty="0" err="1">
                <a:latin typeface="Graphik" panose="020B0503030202060203" pitchFamily="34" charset="0"/>
              </a:rPr>
              <a:t>diferencial</a:t>
            </a:r>
            <a:r>
              <a:rPr lang="en-US" sz="1100" dirty="0">
                <a:latin typeface="Graphik" panose="020B0503030202060203" pitchFamily="34" charset="0"/>
              </a:rPr>
              <a:t>.</a:t>
            </a:r>
          </a:p>
          <a:p>
            <a:pPr marL="285750" indent="-285750" algn="l"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latin typeface="Graphik" panose="020B0503030202060203" pitchFamily="34" charset="0"/>
              </a:rPr>
              <a:t>O </a:t>
            </a:r>
            <a:r>
              <a:rPr lang="en-US" sz="1100" dirty="0" err="1">
                <a:latin typeface="Graphik" panose="020B0503030202060203" pitchFamily="34" charset="0"/>
              </a:rPr>
              <a:t>uso</a:t>
            </a:r>
            <a:r>
              <a:rPr lang="en-US" sz="1100" dirty="0">
                <a:latin typeface="Graphik" panose="020B0503030202060203" pitchFamily="34" charset="0"/>
              </a:rPr>
              <a:t> de </a:t>
            </a:r>
            <a:r>
              <a:rPr lang="en-US" sz="1100" dirty="0" err="1">
                <a:latin typeface="Graphik" panose="020B0503030202060203" pitchFamily="34" charset="0"/>
              </a:rPr>
              <a:t>padrões</a:t>
            </a:r>
            <a:r>
              <a:rPr lang="en-US" sz="1100" dirty="0">
                <a:latin typeface="Graphik" panose="020B0503030202060203" pitchFamily="34" charset="0"/>
              </a:rPr>
              <a:t> de </a:t>
            </a:r>
            <a:r>
              <a:rPr lang="en-US" sz="1100" dirty="0" err="1">
                <a:latin typeface="Graphik" panose="020B0503030202060203" pitchFamily="34" charset="0"/>
              </a:rPr>
              <a:t>projetos</a:t>
            </a:r>
            <a:r>
              <a:rPr lang="en-US" sz="1100" dirty="0">
                <a:latin typeface="Graphik" panose="020B0503030202060203" pitchFamily="34" charset="0"/>
              </a:rPr>
              <a:t> </a:t>
            </a:r>
            <a:r>
              <a:rPr lang="en-US" sz="1100" dirty="0" err="1">
                <a:latin typeface="Graphik" panose="020B0503030202060203" pitchFamily="34" charset="0"/>
              </a:rPr>
              <a:t>como</a:t>
            </a:r>
            <a:r>
              <a:rPr lang="en-US" sz="1100" dirty="0">
                <a:latin typeface="Graphik" panose="020B0503030202060203" pitchFamily="34" charset="0"/>
              </a:rPr>
              <a:t> page object, </a:t>
            </a:r>
            <a:r>
              <a:rPr lang="en-US" sz="1100" dirty="0" err="1">
                <a:latin typeface="Graphik" panose="020B0503030202060203" pitchFamily="34" charset="0"/>
              </a:rPr>
              <a:t>assim</a:t>
            </a:r>
            <a:r>
              <a:rPr lang="en-US" sz="1100" dirty="0">
                <a:latin typeface="Graphik" panose="020B0503030202060203" pitchFamily="34" charset="0"/>
              </a:rPr>
              <a:t> </a:t>
            </a:r>
            <a:r>
              <a:rPr lang="en-US" sz="1100" dirty="0" err="1">
                <a:latin typeface="Graphik" panose="020B0503030202060203" pitchFamily="34" charset="0"/>
              </a:rPr>
              <a:t>como</a:t>
            </a:r>
            <a:r>
              <a:rPr lang="en-US" sz="1100" dirty="0">
                <a:latin typeface="Graphik" panose="020B0503030202060203" pitchFamily="34" charset="0"/>
              </a:rPr>
              <a:t>, a </a:t>
            </a:r>
            <a:r>
              <a:rPr lang="en-US" sz="1100" dirty="0" err="1">
                <a:latin typeface="Graphik" panose="020B0503030202060203" pitchFamily="34" charset="0"/>
              </a:rPr>
              <a:t>estrutura</a:t>
            </a:r>
            <a:r>
              <a:rPr lang="en-US" sz="1100" dirty="0">
                <a:latin typeface="Graphik" panose="020B0503030202060203" pitchFamily="34" charset="0"/>
              </a:rPr>
              <a:t> e </a:t>
            </a:r>
            <a:r>
              <a:rPr lang="en-US" sz="1100" dirty="0" err="1">
                <a:latin typeface="Graphik" panose="020B0503030202060203" pitchFamily="34" charset="0"/>
              </a:rPr>
              <a:t>organização</a:t>
            </a:r>
            <a:r>
              <a:rPr lang="en-US" sz="1100" dirty="0">
                <a:latin typeface="Graphik" panose="020B0503030202060203" pitchFamily="34" charset="0"/>
              </a:rPr>
              <a:t> do </a:t>
            </a:r>
            <a:r>
              <a:rPr lang="en-US" sz="1100" dirty="0" err="1">
                <a:latin typeface="Graphik" panose="020B0503030202060203" pitchFamily="34" charset="0"/>
              </a:rPr>
              <a:t>código</a:t>
            </a:r>
            <a:r>
              <a:rPr lang="en-US" sz="1100" dirty="0">
                <a:latin typeface="Graphik" panose="020B0503030202060203" pitchFamily="34" charset="0"/>
              </a:rPr>
              <a:t>, </a:t>
            </a:r>
            <a:r>
              <a:rPr lang="en-US" sz="1100" dirty="0" err="1">
                <a:latin typeface="Graphik" panose="020B0503030202060203" pitchFamily="34" charset="0"/>
              </a:rPr>
              <a:t>também</a:t>
            </a:r>
            <a:r>
              <a:rPr lang="en-US" sz="1100" dirty="0">
                <a:latin typeface="Graphik" panose="020B0503030202060203" pitchFamily="34" charset="0"/>
              </a:rPr>
              <a:t> </a:t>
            </a:r>
            <a:r>
              <a:rPr lang="en-US" sz="1100" dirty="0" err="1">
                <a:latin typeface="Graphik" panose="020B0503030202060203" pitchFamily="34" charset="0"/>
              </a:rPr>
              <a:t>serão</a:t>
            </a:r>
            <a:r>
              <a:rPr lang="en-US" sz="1100" dirty="0">
                <a:latin typeface="Graphik" panose="020B0503030202060203" pitchFamily="34" charset="0"/>
              </a:rPr>
              <a:t> </a:t>
            </a:r>
            <a:r>
              <a:rPr lang="en-US" sz="1100" dirty="0" err="1">
                <a:latin typeface="Graphik" panose="020B0503030202060203" pitchFamily="34" charset="0"/>
              </a:rPr>
              <a:t>critérios</a:t>
            </a:r>
            <a:r>
              <a:rPr lang="en-US" sz="1100" dirty="0">
                <a:latin typeface="Graphik" panose="020B0503030202060203" pitchFamily="34" charset="0"/>
              </a:rPr>
              <a:t> </a:t>
            </a:r>
            <a:r>
              <a:rPr lang="en-US" sz="1100" dirty="0" err="1">
                <a:latin typeface="Graphik" panose="020B0503030202060203" pitchFamily="34" charset="0"/>
              </a:rPr>
              <a:t>avaliados</a:t>
            </a:r>
            <a:r>
              <a:rPr lang="en-US" sz="1100" dirty="0">
                <a:latin typeface="Graphik" panose="020B0503030202060203" pitchFamily="34" charset="0"/>
              </a:rPr>
              <a:t>.</a:t>
            </a:r>
          </a:p>
          <a:p>
            <a:pPr marL="285750" indent="-285750" algn="l"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latin typeface="Graphik" panose="020B0503030202060203" pitchFamily="34" charset="0"/>
              </a:rPr>
              <a:t>O </a:t>
            </a:r>
            <a:r>
              <a:rPr lang="en-US" sz="1100" dirty="0" err="1">
                <a:latin typeface="Graphik" panose="020B0503030202060203" pitchFamily="34" charset="0"/>
              </a:rPr>
              <a:t>desafio</a:t>
            </a:r>
            <a:r>
              <a:rPr lang="en-US" sz="1100" dirty="0">
                <a:latin typeface="Graphik" panose="020B0503030202060203" pitchFamily="34" charset="0"/>
              </a:rPr>
              <a:t> </a:t>
            </a:r>
            <a:r>
              <a:rPr lang="en-US" sz="1100" dirty="0" err="1">
                <a:latin typeface="Graphik" panose="020B0503030202060203" pitchFamily="34" charset="0"/>
              </a:rPr>
              <a:t>precisa</a:t>
            </a:r>
            <a:r>
              <a:rPr lang="en-US" sz="1100" dirty="0">
                <a:latin typeface="Graphik" panose="020B0503030202060203" pitchFamily="34" charset="0"/>
              </a:rPr>
              <a:t> ser </a:t>
            </a:r>
            <a:r>
              <a:rPr lang="en-US" sz="1100" dirty="0" err="1">
                <a:latin typeface="Graphik" panose="020B0503030202060203" pitchFamily="34" charset="0"/>
              </a:rPr>
              <a:t>entregue</a:t>
            </a:r>
            <a:r>
              <a:rPr lang="en-US" sz="1100" dirty="0">
                <a:latin typeface="Graphik" panose="020B0503030202060203" pitchFamily="34" charset="0"/>
              </a:rPr>
              <a:t> </a:t>
            </a:r>
            <a:r>
              <a:rPr lang="en-US" sz="1100" dirty="0" err="1">
                <a:latin typeface="Graphik" panose="020B0503030202060203" pitchFamily="34" charset="0"/>
              </a:rPr>
              <a:t>versionado</a:t>
            </a:r>
            <a:r>
              <a:rPr lang="en-US" sz="1100" dirty="0">
                <a:latin typeface="Graphik" panose="020B0503030202060203" pitchFamily="34" charset="0"/>
              </a:rPr>
              <a:t> no </a:t>
            </a:r>
            <a:r>
              <a:rPr lang="en-US" sz="1100" dirty="0" err="1">
                <a:latin typeface="Graphik" panose="020B0503030202060203" pitchFamily="34" charset="0"/>
              </a:rPr>
              <a:t>github</a:t>
            </a:r>
            <a:r>
              <a:rPr lang="en-US" sz="1100" dirty="0">
                <a:latin typeface="Graphik" panose="020B0503030202060203" pitchFamily="34" charset="0"/>
              </a:rPr>
              <a:t> e </a:t>
            </a:r>
            <a:r>
              <a:rPr lang="en-US" sz="1100" dirty="0" err="1">
                <a:latin typeface="Graphik" panose="020B0503030202060203" pitchFamily="34" charset="0"/>
              </a:rPr>
              <a:t>compartilhado</a:t>
            </a:r>
            <a:r>
              <a:rPr lang="en-US" sz="1100" dirty="0">
                <a:latin typeface="Graphik" panose="020B0503030202060203" pitchFamily="34" charset="0"/>
              </a:rPr>
              <a:t> </a:t>
            </a:r>
            <a:r>
              <a:rPr lang="en-US" sz="1100" dirty="0" err="1">
                <a:latin typeface="Graphik" panose="020B0503030202060203" pitchFamily="34" charset="0"/>
              </a:rPr>
              <a:t>na</a:t>
            </a:r>
            <a:r>
              <a:rPr lang="en-US" sz="1100" dirty="0">
                <a:latin typeface="Graphik" panose="020B0503030202060203" pitchFamily="34" charset="0"/>
              </a:rPr>
              <a:t> </a:t>
            </a:r>
            <a:r>
              <a:rPr lang="en-US" sz="1100" dirty="0" err="1">
                <a:latin typeface="Graphik" panose="020B0503030202060203" pitchFamily="34" charset="0"/>
              </a:rPr>
              <a:t>sequência</a:t>
            </a:r>
            <a:endParaRPr lang="en-US" sz="1100" dirty="0">
              <a:latin typeface="Graphik" panose="020B0503030202060203" pitchFamily="34" charset="0"/>
            </a:endParaRPr>
          </a:p>
        </p:txBody>
      </p:sp>
      <p:grpSp>
        <p:nvGrpSpPr>
          <p:cNvPr id="8" name="Logo_BL" descr="Accenture logo in black and purple">
            <a:extLst>
              <a:ext uri="{FF2B5EF4-FFF2-40B4-BE49-F238E27FC236}">
                <a16:creationId xmlns:a16="http://schemas.microsoft.com/office/drawing/2014/main" id="{C102AC81-7810-1F2D-4C7C-91DB62CEB410}"/>
              </a:ext>
            </a:extLst>
          </p:cNvPr>
          <p:cNvGrpSpPr>
            <a:grpSpLocks noChangeAspect="1"/>
          </p:cNvGrpSpPr>
          <p:nvPr/>
        </p:nvGrpSpPr>
        <p:grpSpPr bwMode="auto">
          <a:xfrm rot="479169">
            <a:off x="9061681" y="1379435"/>
            <a:ext cx="1296803" cy="341715"/>
            <a:chOff x="2387" y="1701"/>
            <a:chExt cx="4535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18FCAF95-B534-6B3F-F472-9375A1124E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C77D32DF-8791-4D77-9FA3-D45B845FBDB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3076" name="Picture 4" descr="Atenção PNG Images | Vetores e arquivos PSD | Download grátis em Pngtree">
            <a:extLst>
              <a:ext uri="{FF2B5EF4-FFF2-40B4-BE49-F238E27FC236}">
                <a16:creationId xmlns:a16="http://schemas.microsoft.com/office/drawing/2014/main" id="{E4E76662-0802-CB9F-1E74-4447B62180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0771" y="2693069"/>
            <a:ext cx="620187" cy="620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2133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760AC6A-A48D-333A-7972-72FDC7FFD048}"/>
              </a:ext>
            </a:extLst>
          </p:cNvPr>
          <p:cNvSpPr/>
          <p:nvPr/>
        </p:nvSpPr>
        <p:spPr>
          <a:xfrm>
            <a:off x="230588" y="1024714"/>
            <a:ext cx="8237550" cy="1381539"/>
          </a:xfrm>
          <a:prstGeom prst="roundRect">
            <a:avLst/>
          </a:prstGeom>
          <a:solidFill>
            <a:srgbClr val="F8F8F8"/>
          </a:solidFill>
          <a:ln>
            <a:noFill/>
          </a:ln>
          <a:effectLst>
            <a:outerShdw blurRad="50800" dist="38100" dir="2700000" sx="99000" sy="99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6817744-B972-1599-7716-C863070B0D09}"/>
              </a:ext>
            </a:extLst>
          </p:cNvPr>
          <p:cNvSpPr/>
          <p:nvPr/>
        </p:nvSpPr>
        <p:spPr>
          <a:xfrm>
            <a:off x="230587" y="2592123"/>
            <a:ext cx="8237551" cy="3678141"/>
          </a:xfrm>
          <a:prstGeom prst="roundRect">
            <a:avLst/>
          </a:prstGeom>
          <a:solidFill>
            <a:srgbClr val="F8F8F8"/>
          </a:solidFill>
          <a:ln>
            <a:noFill/>
          </a:ln>
          <a:effectLst>
            <a:outerShdw blurRad="50800" dist="38100" dir="2700000" sx="99000" sy="99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3A0DEA-592D-49B6-B6D9-1A0282AC8C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05D383-83BB-4A31-A2EE-01DBF624E48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7" name="Title 5">
            <a:extLst>
              <a:ext uri="{FF2B5EF4-FFF2-40B4-BE49-F238E27FC236}">
                <a16:creationId xmlns:a16="http://schemas.microsoft.com/office/drawing/2014/main" id="{9A55AD28-4C68-AF29-F84F-4FC39BB98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US" dirty="0" err="1"/>
              <a:t>Desafio</a:t>
            </a:r>
            <a:r>
              <a:rPr lang="en-US" dirty="0"/>
              <a:t> API -  </a:t>
            </a:r>
            <a:r>
              <a:rPr lang="en-US" dirty="0" err="1"/>
              <a:t>Parte</a:t>
            </a:r>
            <a:r>
              <a:rPr lang="en-US" dirty="0"/>
              <a:t>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A7F8EE-8EFE-5271-6461-E580C531BD1D}"/>
              </a:ext>
            </a:extLst>
          </p:cNvPr>
          <p:cNvSpPr txBox="1"/>
          <p:nvPr/>
        </p:nvSpPr>
        <p:spPr>
          <a:xfrm>
            <a:off x="579420" y="2894709"/>
            <a:ext cx="8338243" cy="313237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228600">
              <a:spcAft>
                <a:spcPts val="1200"/>
              </a:spcAft>
            </a:pPr>
            <a:r>
              <a:rPr lang="en-US" sz="1400" b="1" i="0" u="none" strike="noStrike" baseline="0" noProof="0" dirty="0" err="1">
                <a:latin typeface="Graphik" panose="020B0503030202060203" pitchFamily="34" charset="0"/>
              </a:rPr>
              <a:t>Passo</a:t>
            </a:r>
            <a:r>
              <a:rPr lang="en-US" sz="1400" b="1" i="0" u="none" strike="noStrike" baseline="0" noProof="0" dirty="0">
                <a:latin typeface="Graphik" panose="020B0503030202060203" pitchFamily="34" charset="0"/>
              </a:rPr>
              <a:t> a </a:t>
            </a:r>
            <a:r>
              <a:rPr lang="en-US" sz="1400" b="1" i="0" u="none" strike="noStrike" baseline="0" noProof="0" dirty="0" err="1">
                <a:latin typeface="Graphik" panose="020B0503030202060203" pitchFamily="34" charset="0"/>
              </a:rPr>
              <a:t>Passo</a:t>
            </a:r>
            <a:r>
              <a:rPr lang="en-US" sz="1400" b="1" i="0" u="none" strike="noStrike" baseline="0" noProof="0" dirty="0">
                <a:latin typeface="Graphik" panose="020B0503030202060203" pitchFamily="34" charset="0"/>
              </a:rPr>
              <a:t>:</a:t>
            </a:r>
          </a:p>
          <a:p>
            <a:pPr defTabSz="228600">
              <a:spcAft>
                <a:spcPts val="1200"/>
              </a:spcAft>
            </a:pPr>
            <a:endParaRPr lang="en-US" sz="200" b="1" i="0" u="none" strike="noStrike" baseline="0" noProof="0" dirty="0">
              <a:latin typeface="Graphik" panose="020B0503030202060203" pitchFamily="34" charset="0"/>
            </a:endParaRPr>
          </a:p>
          <a:p>
            <a:pPr algn="l" defTabSz="228600">
              <a:spcAft>
                <a:spcPts val="1200"/>
              </a:spcAft>
            </a:pPr>
            <a:r>
              <a:rPr lang="pt-BR" sz="1400" noProof="0" dirty="0"/>
              <a:t>O Desafio resume-se ao fluxo abaixo:</a:t>
            </a:r>
          </a:p>
          <a:p>
            <a:pPr marL="285750" indent="-285750" algn="l" defTabSz="2286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1400" noProof="0" dirty="0"/>
              <a:t>Criar um usuário </a:t>
            </a:r>
            <a:r>
              <a:rPr lang="pt-BR" sz="1000" i="1" noProof="0" dirty="0"/>
              <a:t>(https://demoqa.com/Account/v1/User)</a:t>
            </a:r>
          </a:p>
          <a:p>
            <a:pPr marL="285750" indent="-285750" algn="l" defTabSz="2286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1400" dirty="0"/>
              <a:t>Gerar um token de acesso </a:t>
            </a:r>
            <a:r>
              <a:rPr lang="pt-BR" sz="1000" i="1" dirty="0"/>
              <a:t>(</a:t>
            </a:r>
            <a:r>
              <a:rPr lang="pt-BR" sz="1000" i="1" dirty="0">
                <a:solidFill>
                  <a:srgbClr val="212121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https://demoqa.com/Account/v1/GenerateToken)</a:t>
            </a:r>
            <a:endParaRPr lang="pt-BR" sz="1000" i="1" dirty="0"/>
          </a:p>
          <a:p>
            <a:pPr marL="285750" indent="-285750" algn="l" defTabSz="2286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1400" dirty="0"/>
              <a:t>Confirmar se o usuário criado está autorizado </a:t>
            </a:r>
            <a:r>
              <a:rPr lang="pt-BR" sz="1000" dirty="0"/>
              <a:t>(</a:t>
            </a:r>
            <a:r>
              <a:rPr lang="pt-BR" sz="1000" dirty="0">
                <a:solidFill>
                  <a:srgbClr val="212121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https://demoqa.com/Account/v1/Authorized</a:t>
            </a:r>
            <a:r>
              <a:rPr lang="pt-BR" sz="1000" dirty="0"/>
              <a:t>)</a:t>
            </a:r>
          </a:p>
          <a:p>
            <a:pPr marL="285750" indent="-285750" algn="l" defTabSz="2286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1400" dirty="0"/>
              <a:t>Listar os livros disponíveis </a:t>
            </a:r>
            <a:r>
              <a:rPr lang="pt-BR" sz="1000" dirty="0"/>
              <a:t>(</a:t>
            </a:r>
            <a:r>
              <a:rPr lang="pt-BR" sz="1000" dirty="0">
                <a:solidFill>
                  <a:srgbClr val="212121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https://demoqa.com/BookStore/v1/Books</a:t>
            </a:r>
            <a:r>
              <a:rPr lang="pt-BR" sz="1000" dirty="0"/>
              <a:t>)</a:t>
            </a:r>
          </a:p>
          <a:p>
            <a:pPr marL="285750" indent="-285750" algn="l" defTabSz="2286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1400" dirty="0"/>
              <a:t>Alugar dois livros de livre escolha </a:t>
            </a:r>
            <a:r>
              <a:rPr lang="pt-BR" sz="1000" dirty="0"/>
              <a:t>(</a:t>
            </a:r>
            <a:r>
              <a:rPr lang="pt-BR" sz="1000" dirty="0">
                <a:solidFill>
                  <a:srgbClr val="212121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https://demoqa.com/BookStore/v1/Books)</a:t>
            </a:r>
            <a:endParaRPr lang="pt-BR" sz="1000" dirty="0"/>
          </a:p>
          <a:p>
            <a:pPr marL="285750" indent="-285750" algn="l" defTabSz="2286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pt-BR" sz="1400" dirty="0"/>
              <a:t>Listar os detalhes do usuário com os livros escolhidos </a:t>
            </a:r>
            <a:r>
              <a:rPr lang="pt-BR" sz="1000" dirty="0"/>
              <a:t>(</a:t>
            </a:r>
            <a:r>
              <a:rPr lang="pt-BR" sz="1000" dirty="0">
                <a:solidFill>
                  <a:srgbClr val="212121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</a:rPr>
              <a:t>https://demoqa.com/Account/v1/User/{userID}</a:t>
            </a:r>
            <a:r>
              <a:rPr lang="pt-BR" sz="1000" dirty="0"/>
              <a:t>)</a:t>
            </a:r>
          </a:p>
          <a:p>
            <a:pPr marL="285750" indent="-285750" algn="l" defTabSz="22860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400" noProof="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71C7809-42BB-70BC-DA87-4BB7A2974D3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rot="16200000">
            <a:off x="7860543" y="2216562"/>
            <a:ext cx="4714041" cy="242487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D2DD6E9-2D8D-5AC7-D402-22A7CF4EA157}"/>
              </a:ext>
            </a:extLst>
          </p:cNvPr>
          <p:cNvSpPr txBox="1"/>
          <p:nvPr/>
        </p:nvSpPr>
        <p:spPr>
          <a:xfrm>
            <a:off x="428346" y="1063847"/>
            <a:ext cx="6813818" cy="17971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200" b="1" i="0" u="none" strike="noStrike" baseline="0" noProof="0" dirty="0" err="1">
                <a:latin typeface="Graphik" panose="020B0503030202060203" pitchFamily="34" charset="0"/>
              </a:rPr>
              <a:t>Resumo</a:t>
            </a:r>
            <a:r>
              <a:rPr lang="en-US" sz="1200" b="1" i="0" u="none" strike="noStrike" baseline="0" noProof="0" dirty="0">
                <a:latin typeface="Graphik" panose="020B0503030202060203" pitchFamily="34" charset="0"/>
              </a:rPr>
              <a:t>:</a:t>
            </a:r>
          </a:p>
          <a:p>
            <a:pPr algn="l"/>
            <a:br>
              <a:rPr lang="en-US" sz="1200" b="0" i="0" u="none" strike="noStrike" baseline="0" noProof="0" dirty="0">
                <a:latin typeface="Graphik" panose="020B0503030202060203" pitchFamily="34" charset="0"/>
              </a:rPr>
            </a:br>
            <a:r>
              <a:rPr lang="en-US" sz="1200" b="0" i="0" u="none" strike="noStrike" baseline="0" noProof="0" dirty="0">
                <a:latin typeface="Graphik" panose="020B0503030202060203" pitchFamily="34" charset="0"/>
              </a:rPr>
              <a:t>O </a:t>
            </a:r>
            <a:r>
              <a:rPr lang="en-US" sz="1200" b="0" i="0" u="none" strike="noStrike" baseline="0" noProof="0" dirty="0" err="1">
                <a:latin typeface="Graphik" panose="020B0503030202060203" pitchFamily="34" charset="0"/>
              </a:rPr>
              <a:t>Desafio</a:t>
            </a:r>
            <a:r>
              <a:rPr lang="en-US" sz="1200" b="0" i="0" u="none" strike="noStrike" baseline="0" noProof="0" dirty="0">
                <a:latin typeface="Graphik" panose="020B0503030202060203" pitchFamily="34" charset="0"/>
              </a:rPr>
              <a:t> resume-se </a:t>
            </a:r>
            <a:r>
              <a:rPr lang="en-US" sz="1200" b="0" i="0" u="none" strike="noStrike" baseline="0" noProof="0" dirty="0" err="1">
                <a:latin typeface="Graphik" panose="020B0503030202060203" pitchFamily="34" charset="0"/>
              </a:rPr>
              <a:t>em</a:t>
            </a:r>
            <a:r>
              <a:rPr lang="en-US" sz="1200" b="0" i="0" u="none" strike="noStrike" baseline="0" noProof="0" dirty="0">
                <a:latin typeface="Graphik" panose="020B0503030202060203" pitchFamily="34" charset="0"/>
              </a:rPr>
              <a:t> </a:t>
            </a:r>
            <a:r>
              <a:rPr lang="en-US" sz="1200" b="0" i="0" u="none" strike="noStrike" baseline="0" noProof="0" dirty="0" err="1">
                <a:latin typeface="Graphik" panose="020B0503030202060203" pitchFamily="34" charset="0"/>
              </a:rPr>
              <a:t>utilizar</a:t>
            </a:r>
            <a:r>
              <a:rPr lang="en-US" sz="1200" b="0" i="0" u="none" strike="noStrike" baseline="0" noProof="0" dirty="0">
                <a:latin typeface="Graphik" panose="020B0503030202060203" pitchFamily="34" charset="0"/>
              </a:rPr>
              <a:t> </a:t>
            </a:r>
            <a:r>
              <a:rPr lang="en-US" sz="1200" b="0" i="0" u="none" strike="noStrike" baseline="0" noProof="0" dirty="0" err="1">
                <a:latin typeface="Graphik" panose="020B0503030202060203" pitchFamily="34" charset="0"/>
              </a:rPr>
              <a:t>algumas</a:t>
            </a:r>
            <a:r>
              <a:rPr lang="en-US" sz="1200" b="0" i="0" u="none" strike="noStrike" baseline="0" noProof="0" dirty="0">
                <a:latin typeface="Graphik" panose="020B0503030202060203" pitchFamily="34" charset="0"/>
              </a:rPr>
              <a:t> APIs para </a:t>
            </a:r>
            <a:r>
              <a:rPr lang="en-US" sz="1200" b="0" i="0" u="none" strike="noStrike" baseline="0" noProof="0" dirty="0" err="1">
                <a:latin typeface="Graphik" panose="020B0503030202060203" pitchFamily="34" charset="0"/>
              </a:rPr>
              <a:t>criar</a:t>
            </a:r>
            <a:r>
              <a:rPr lang="en-US" sz="1200" b="0" i="0" u="none" strike="noStrike" baseline="0" noProof="0" dirty="0">
                <a:latin typeface="Graphik" panose="020B0503030202060203" pitchFamily="34" charset="0"/>
              </a:rPr>
              <a:t> um </a:t>
            </a:r>
            <a:r>
              <a:rPr lang="en-US" sz="1200" b="0" i="0" u="none" strike="noStrike" baseline="0" noProof="0" dirty="0" err="1">
                <a:latin typeface="Graphik" panose="020B0503030202060203" pitchFamily="34" charset="0"/>
              </a:rPr>
              <a:t>usuário</a:t>
            </a:r>
            <a:r>
              <a:rPr lang="en-US" sz="1200" b="0" i="0" u="none" strike="noStrike" baseline="0" noProof="0" dirty="0">
                <a:latin typeface="Graphik" panose="020B0503030202060203" pitchFamily="34" charset="0"/>
              </a:rPr>
              <a:t>, </a:t>
            </a:r>
            <a:r>
              <a:rPr lang="en-US" sz="1200" b="0" i="0" u="none" strike="noStrike" baseline="0" noProof="0" dirty="0" err="1">
                <a:latin typeface="Graphik" panose="020B0503030202060203" pitchFamily="34" charset="0"/>
              </a:rPr>
              <a:t>autorizá</a:t>
            </a:r>
            <a:r>
              <a:rPr lang="en-US" sz="1200" b="0" i="0" u="none" strike="noStrike" baseline="0" noProof="0" dirty="0">
                <a:latin typeface="Graphik" panose="020B0503030202060203" pitchFamily="34" charset="0"/>
              </a:rPr>
              <a:t>-lo, </a:t>
            </a:r>
            <a:r>
              <a:rPr lang="en-US" sz="1200" b="0" i="0" u="none" strike="noStrike" baseline="0" noProof="0" dirty="0" err="1">
                <a:latin typeface="Graphik" panose="020B0503030202060203" pitchFamily="34" charset="0"/>
              </a:rPr>
              <a:t>listar</a:t>
            </a:r>
            <a:r>
              <a:rPr lang="en-US" sz="1200" b="0" i="0" u="none" strike="noStrike" baseline="0" noProof="0" dirty="0">
                <a:latin typeface="Graphik" panose="020B0503030202060203" pitchFamily="34" charset="0"/>
              </a:rPr>
              <a:t> </a:t>
            </a:r>
            <a:r>
              <a:rPr lang="en-US" sz="1200" b="0" i="0" u="none" strike="noStrike" baseline="0" noProof="0" dirty="0" err="1">
                <a:latin typeface="Graphik" panose="020B0503030202060203" pitchFamily="34" charset="0"/>
              </a:rPr>
              <a:t>os</a:t>
            </a:r>
            <a:r>
              <a:rPr lang="en-US" sz="1200" b="0" i="0" u="none" strike="noStrike" baseline="0" noProof="0" dirty="0">
                <a:latin typeface="Graphik" panose="020B0503030202060203" pitchFamily="34" charset="0"/>
              </a:rPr>
              <a:t> </a:t>
            </a:r>
            <a:r>
              <a:rPr lang="en-US" sz="1200" b="0" i="0" u="none" strike="noStrike" baseline="0" noProof="0" dirty="0" err="1">
                <a:latin typeface="Graphik" panose="020B0503030202060203" pitchFamily="34" charset="0"/>
              </a:rPr>
              <a:t>livros</a:t>
            </a:r>
            <a:r>
              <a:rPr lang="en-US" sz="1200" b="0" i="0" u="none" strike="noStrike" baseline="0" noProof="0" dirty="0">
                <a:latin typeface="Graphik" panose="020B0503030202060203" pitchFamily="34" charset="0"/>
              </a:rPr>
              <a:t> </a:t>
            </a:r>
            <a:r>
              <a:rPr lang="en-US" sz="1200" b="0" i="0" u="none" strike="noStrike" baseline="0" noProof="0" dirty="0" err="1">
                <a:latin typeface="Graphik" panose="020B0503030202060203" pitchFamily="34" charset="0"/>
              </a:rPr>
              <a:t>disponíveis</a:t>
            </a:r>
            <a:r>
              <a:rPr lang="en-US" sz="1200" b="0" i="0" u="none" strike="noStrike" baseline="0" noProof="0" dirty="0">
                <a:latin typeface="Graphik" panose="020B0503030202060203" pitchFamily="34" charset="0"/>
              </a:rPr>
              <a:t> no Sistema, </a:t>
            </a:r>
            <a:r>
              <a:rPr lang="en-US" sz="1200" b="0" i="0" u="none" strike="noStrike" baseline="0" noProof="0" dirty="0" err="1">
                <a:latin typeface="Graphik" panose="020B0503030202060203" pitchFamily="34" charset="0"/>
              </a:rPr>
              <a:t>reservar</a:t>
            </a:r>
            <a:r>
              <a:rPr lang="en-US" sz="1200" b="0" i="0" u="none" strike="noStrike" baseline="0" noProof="0" dirty="0">
                <a:latin typeface="Graphik" panose="020B0503030202060203" pitchFamily="34" charset="0"/>
              </a:rPr>
              <a:t> </a:t>
            </a:r>
            <a:r>
              <a:rPr lang="en-US" sz="1200" b="0" i="0" u="none" strike="noStrike" baseline="0" noProof="0" dirty="0" err="1">
                <a:latin typeface="Graphik" panose="020B0503030202060203" pitchFamily="34" charset="0"/>
              </a:rPr>
              <a:t>duas</a:t>
            </a:r>
            <a:r>
              <a:rPr lang="en-US" sz="1200" b="0" i="0" u="none" strike="noStrike" baseline="0" noProof="0" dirty="0">
                <a:latin typeface="Graphik" panose="020B0503030202060203" pitchFamily="34" charset="0"/>
              </a:rPr>
              <a:t> </a:t>
            </a:r>
            <a:r>
              <a:rPr lang="en-US" sz="1200" b="0" i="0" u="none" strike="noStrike" baseline="0" noProof="0" dirty="0" err="1">
                <a:latin typeface="Graphik" panose="020B0503030202060203" pitchFamily="34" charset="0"/>
              </a:rPr>
              <a:t>opções</a:t>
            </a:r>
            <a:r>
              <a:rPr lang="en-US" sz="1200" b="0" i="0" u="none" strike="noStrike" baseline="0" noProof="0" dirty="0">
                <a:latin typeface="Graphik" panose="020B0503030202060203" pitchFamily="34" charset="0"/>
              </a:rPr>
              <a:t> a </a:t>
            </a:r>
            <a:r>
              <a:rPr lang="en-US" sz="1200" b="0" i="0" u="none" strike="noStrike" baseline="0" noProof="0" dirty="0" err="1">
                <a:latin typeface="Graphik" panose="020B0503030202060203" pitchFamily="34" charset="0"/>
              </a:rPr>
              <a:t>sua</a:t>
            </a:r>
            <a:r>
              <a:rPr lang="en-US" sz="1200" b="0" i="0" u="none" strike="noStrike" baseline="0" noProof="0" dirty="0">
                <a:latin typeface="Graphik" panose="020B0503030202060203" pitchFamily="34" charset="0"/>
              </a:rPr>
              <a:t> </a:t>
            </a:r>
            <a:r>
              <a:rPr lang="en-US" sz="1200" b="0" i="0" u="none" strike="noStrike" baseline="0" noProof="0" dirty="0" err="1">
                <a:latin typeface="Graphik" panose="020B0503030202060203" pitchFamily="34" charset="0"/>
              </a:rPr>
              <a:t>escolha</a:t>
            </a:r>
            <a:r>
              <a:rPr lang="en-US" sz="1200" b="0" i="0" u="none" strike="noStrike" baseline="0" noProof="0" dirty="0">
                <a:latin typeface="Graphik" panose="020B0503030202060203" pitchFamily="34" charset="0"/>
              </a:rPr>
              <a:t>, e </a:t>
            </a:r>
            <a:r>
              <a:rPr lang="en-US" sz="1200" b="0" i="0" u="none" strike="noStrike" baseline="0" noProof="0" dirty="0" err="1">
                <a:latin typeface="Graphik" panose="020B0503030202060203" pitchFamily="34" charset="0"/>
              </a:rPr>
              <a:t>ao</a:t>
            </a:r>
            <a:r>
              <a:rPr lang="en-US" sz="1200" b="0" i="0" u="none" strike="noStrike" baseline="0" noProof="0" dirty="0">
                <a:latin typeface="Graphik" panose="020B0503030202060203" pitchFamily="34" charset="0"/>
              </a:rPr>
              <a:t> final, </a:t>
            </a:r>
            <a:r>
              <a:rPr lang="en-US" sz="1200" b="0" i="0" u="none" strike="noStrike" baseline="0" noProof="0" dirty="0" err="1">
                <a:latin typeface="Graphik" panose="020B0503030202060203" pitchFamily="34" charset="0"/>
              </a:rPr>
              <a:t>listar</a:t>
            </a:r>
            <a:r>
              <a:rPr lang="en-US" sz="1200" b="0" i="0" u="none" strike="noStrike" baseline="0" noProof="0" dirty="0">
                <a:latin typeface="Graphik" panose="020B0503030202060203" pitchFamily="34" charset="0"/>
              </a:rPr>
              <a:t> </a:t>
            </a:r>
            <a:r>
              <a:rPr lang="en-US" sz="1200" b="0" i="0" u="none" strike="noStrike" baseline="0" noProof="0" dirty="0" err="1">
                <a:latin typeface="Graphik" panose="020B0503030202060203" pitchFamily="34" charset="0"/>
              </a:rPr>
              <a:t>os</a:t>
            </a:r>
            <a:r>
              <a:rPr lang="en-US" sz="1200" b="0" i="0" u="none" strike="noStrike" baseline="0" noProof="0" dirty="0">
                <a:latin typeface="Graphik" panose="020B0503030202060203" pitchFamily="34" charset="0"/>
              </a:rPr>
              <a:t> </a:t>
            </a:r>
            <a:r>
              <a:rPr lang="en-US" sz="1200" b="0" i="0" u="none" strike="noStrike" baseline="0" noProof="0" dirty="0" err="1">
                <a:latin typeface="Graphik" panose="020B0503030202060203" pitchFamily="34" charset="0"/>
              </a:rPr>
              <a:t>detalhes</a:t>
            </a:r>
            <a:r>
              <a:rPr lang="en-US" sz="1200" b="0" i="0" u="none" strike="noStrike" baseline="0" noProof="0" dirty="0">
                <a:latin typeface="Graphik" panose="020B0503030202060203" pitchFamily="34" charset="0"/>
              </a:rPr>
              <a:t> do </a:t>
            </a:r>
            <a:r>
              <a:rPr lang="en-US" sz="1200" b="0" i="0" u="none" strike="noStrike" baseline="0" noProof="0" dirty="0" err="1">
                <a:latin typeface="Graphik" panose="020B0503030202060203" pitchFamily="34" charset="0"/>
              </a:rPr>
              <a:t>usuário</a:t>
            </a:r>
            <a:r>
              <a:rPr lang="en-US" sz="1200" b="0" i="0" u="none" strike="noStrike" baseline="0" noProof="0" dirty="0">
                <a:latin typeface="Graphik" panose="020B0503030202060203" pitchFamily="34" charset="0"/>
              </a:rPr>
              <a:t> </a:t>
            </a:r>
            <a:r>
              <a:rPr lang="en-US" sz="1200" b="0" i="0" u="none" strike="noStrike" baseline="0" noProof="0" dirty="0" err="1">
                <a:latin typeface="Graphik" panose="020B0503030202060203" pitchFamily="34" charset="0"/>
              </a:rPr>
              <a:t>criado</a:t>
            </a:r>
            <a:r>
              <a:rPr lang="en-US" sz="1200" b="0" i="0" u="none" strike="noStrike" baseline="0" noProof="0" dirty="0">
                <a:latin typeface="Graphik" panose="020B0503030202060203" pitchFamily="34" charset="0"/>
              </a:rPr>
              <a:t> com </a:t>
            </a:r>
            <a:r>
              <a:rPr lang="en-US" sz="1200" b="0" i="0" u="none" strike="noStrike" baseline="0" noProof="0" dirty="0" err="1">
                <a:latin typeface="Graphik" panose="020B0503030202060203" pitchFamily="34" charset="0"/>
              </a:rPr>
              <a:t>os</a:t>
            </a:r>
            <a:r>
              <a:rPr lang="en-US" sz="1200" b="0" i="0" u="none" strike="noStrike" baseline="0" noProof="0" dirty="0">
                <a:latin typeface="Graphik" panose="020B0503030202060203" pitchFamily="34" charset="0"/>
              </a:rPr>
              <a:t> </a:t>
            </a:r>
            <a:r>
              <a:rPr lang="en-US" sz="1200" b="0" i="0" u="none" strike="noStrike" baseline="0" noProof="0" dirty="0" err="1">
                <a:latin typeface="Graphik" panose="020B0503030202060203" pitchFamily="34" charset="0"/>
              </a:rPr>
              <a:t>livros</a:t>
            </a:r>
            <a:r>
              <a:rPr lang="en-US" sz="1200" b="0" i="0" u="none" strike="noStrike" baseline="0" noProof="0" dirty="0">
                <a:latin typeface="Graphik" panose="020B0503030202060203" pitchFamily="34" charset="0"/>
              </a:rPr>
              <a:t> </a:t>
            </a:r>
            <a:r>
              <a:rPr lang="en-US" sz="1200" b="0" i="0" u="none" strike="noStrike" baseline="0" noProof="0" dirty="0" err="1">
                <a:latin typeface="Graphik" panose="020B0503030202060203" pitchFamily="34" charset="0"/>
              </a:rPr>
              <a:t>reservados</a:t>
            </a:r>
            <a:r>
              <a:rPr lang="en-US" sz="1200" b="0" i="0" u="none" strike="noStrike" baseline="0" noProof="0" dirty="0">
                <a:latin typeface="Graphik" panose="020B0503030202060203" pitchFamily="34" charset="0"/>
              </a:rPr>
              <a:t>.</a:t>
            </a:r>
            <a:br>
              <a:rPr lang="en-US" sz="1200" b="0" i="0" u="none" strike="noStrike" baseline="0" noProof="0" dirty="0">
                <a:latin typeface="Graphik" panose="020B0503030202060203" pitchFamily="34" charset="0"/>
              </a:rPr>
            </a:br>
            <a:br>
              <a:rPr lang="en-US" sz="1200" b="0" i="0" u="none" strike="noStrike" baseline="0" noProof="0" dirty="0">
                <a:latin typeface="Graphik" panose="020B0503030202060203" pitchFamily="34" charset="0"/>
              </a:rPr>
            </a:br>
            <a:r>
              <a:rPr lang="en-US" sz="1200" b="0" i="0" u="none" strike="noStrike" baseline="0" noProof="0" dirty="0">
                <a:latin typeface="Graphik" panose="020B0503030202060203" pitchFamily="34" charset="0"/>
              </a:rPr>
              <a:t>O Swagger do </a:t>
            </a:r>
            <a:r>
              <a:rPr lang="en-US" sz="1200" b="0" i="0" u="none" strike="noStrike" baseline="0" noProof="0" dirty="0" err="1">
                <a:latin typeface="Graphik" panose="020B0503030202060203" pitchFamily="34" charset="0"/>
              </a:rPr>
              <a:t>desafio</a:t>
            </a:r>
            <a:r>
              <a:rPr lang="en-US" sz="1200" b="0" i="0" u="none" strike="noStrike" baseline="0" noProof="0" dirty="0">
                <a:latin typeface="Graphik" panose="020B0503030202060203" pitchFamily="34" charset="0"/>
              </a:rPr>
              <a:t> para consulta  </a:t>
            </a:r>
            <a:r>
              <a:rPr lang="en-US" sz="1200" b="0" i="0" u="none" strike="noStrike" baseline="0" noProof="0" dirty="0" err="1">
                <a:latin typeface="Graphik" panose="020B0503030202060203" pitchFamily="34" charset="0"/>
              </a:rPr>
              <a:t>encontra</a:t>
            </a:r>
            <a:r>
              <a:rPr lang="en-US" sz="1200" b="0" i="0" u="none" strike="noStrike" baseline="0" noProof="0" dirty="0">
                <a:latin typeface="Graphik" panose="020B0503030202060203" pitchFamily="34" charset="0"/>
              </a:rPr>
              <a:t>-se </a:t>
            </a:r>
            <a:r>
              <a:rPr lang="en-US" sz="1200" b="0" i="0" u="none" strike="noStrike" baseline="0" noProof="0" dirty="0" err="1">
                <a:latin typeface="Graphik" panose="020B0503030202060203" pitchFamily="34" charset="0"/>
              </a:rPr>
              <a:t>em</a:t>
            </a:r>
            <a:r>
              <a:rPr lang="en-US" sz="1200" b="0" i="0" u="none" strike="noStrike" baseline="0" noProof="0" dirty="0">
                <a:latin typeface="Graphik" panose="020B0503030202060203" pitchFamily="34" charset="0"/>
              </a:rPr>
              <a:t>: </a:t>
            </a:r>
            <a:r>
              <a:rPr lang="pt-BR" sz="1200" b="1" i="1" noProof="0" dirty="0"/>
              <a:t>https://demoqa.com/swagger/ </a:t>
            </a:r>
            <a:endParaRPr lang="en-US" sz="1200" dirty="0">
              <a:latin typeface="Graphik" panose="020B0503030202060203" pitchFamily="34" charset="0"/>
            </a:endParaRPr>
          </a:p>
          <a:p>
            <a:pPr algn="l"/>
            <a:endParaRPr lang="en-US" sz="1400" b="0" i="0" u="none" strike="noStrike" baseline="0" noProof="0" dirty="0">
              <a:latin typeface="Graphik" panose="020B0503030202060203" pitchFamily="34" charset="0"/>
            </a:endParaRPr>
          </a:p>
          <a:p>
            <a:pPr algn="l"/>
            <a:endParaRPr lang="en-US" sz="1400" dirty="0">
              <a:latin typeface="Graphik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9157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3A0DEA-592D-49B6-B6D9-1A0282AC8C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05D383-83BB-4A31-A2EE-01DBF624E48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7" name="Title 5">
            <a:extLst>
              <a:ext uri="{FF2B5EF4-FFF2-40B4-BE49-F238E27FC236}">
                <a16:creationId xmlns:a16="http://schemas.microsoft.com/office/drawing/2014/main" id="{9A55AD28-4C68-AF29-F84F-4FC39BB98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US" dirty="0" err="1"/>
              <a:t>Desafio</a:t>
            </a:r>
            <a:r>
              <a:rPr lang="en-US" dirty="0"/>
              <a:t> Frontend -  </a:t>
            </a:r>
            <a:r>
              <a:rPr lang="en-US" dirty="0" err="1"/>
              <a:t>Parte</a:t>
            </a:r>
            <a:r>
              <a:rPr lang="en-US" dirty="0"/>
              <a:t> 2</a:t>
            </a:r>
          </a:p>
        </p:txBody>
      </p:sp>
      <p:pic>
        <p:nvPicPr>
          <p:cNvPr id="2" name="Picture 1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708DDAD2-365A-77BF-C9FC-3F78AB16CC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4668"/>
          <a:stretch/>
        </p:blipFill>
        <p:spPr>
          <a:xfrm>
            <a:off x="4720396" y="1390759"/>
            <a:ext cx="7200000" cy="429894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A1C5F0EB-876D-266E-9A89-8EEBF4C3B464}"/>
              </a:ext>
            </a:extLst>
          </p:cNvPr>
          <p:cNvGrpSpPr/>
          <p:nvPr/>
        </p:nvGrpSpPr>
        <p:grpSpPr>
          <a:xfrm>
            <a:off x="271604" y="1865014"/>
            <a:ext cx="4209861" cy="4173815"/>
            <a:chOff x="271604" y="1865014"/>
            <a:chExt cx="4209861" cy="4173815"/>
          </a:xfrm>
        </p:grpSpPr>
        <p:pic>
          <p:nvPicPr>
            <p:cNvPr id="2050" name="Picture 2" descr="Yellow Sticky Notes | Sticky notes, Yellow sticky notes, Powerpoint  background design">
              <a:extLst>
                <a:ext uri="{FF2B5EF4-FFF2-40B4-BE49-F238E27FC236}">
                  <a16:creationId xmlns:a16="http://schemas.microsoft.com/office/drawing/2014/main" id="{66671AA4-1218-8249-7979-C75FF0960E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1604" y="1865014"/>
              <a:ext cx="4209861" cy="41738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43D227E-9FCA-35C5-98F2-B038CC0CA698}"/>
                </a:ext>
              </a:extLst>
            </p:cNvPr>
            <p:cNvSpPr txBox="1"/>
            <p:nvPr/>
          </p:nvSpPr>
          <p:spPr>
            <a:xfrm rot="21206068">
              <a:off x="729123" y="2316300"/>
              <a:ext cx="3100318" cy="29926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>
                <a:spcBef>
                  <a:spcPts val="500"/>
                </a:spcBef>
              </a:pPr>
              <a:r>
                <a:rPr lang="en-US" sz="1800" b="1" i="0" u="none" strike="noStrike" baseline="0" noProof="0" dirty="0" err="1">
                  <a:latin typeface="Graphik" panose="020B0503030202060203" pitchFamily="34" charset="0"/>
                </a:rPr>
                <a:t>Resumo</a:t>
              </a:r>
              <a:r>
                <a:rPr lang="en-US" sz="1800" b="1" i="0" u="none" strike="noStrike" baseline="0" noProof="0" dirty="0">
                  <a:latin typeface="Graphik" panose="020B0503030202060203" pitchFamily="34" charset="0"/>
                </a:rPr>
                <a:t>:</a:t>
              </a:r>
            </a:p>
            <a:p>
              <a:pPr algn="l">
                <a:spcBef>
                  <a:spcPts val="500"/>
                </a:spcBef>
              </a:pPr>
              <a:endParaRPr lang="en-US" sz="100" b="0" i="0" u="none" strike="noStrike" baseline="0" noProof="0" dirty="0">
                <a:latin typeface="Graphik" panose="020B0503030202060203" pitchFamily="34" charset="0"/>
              </a:endParaRPr>
            </a:p>
            <a:p>
              <a:pPr marL="285750" indent="-285750" algn="l" defTabSz="228600">
                <a:spcBef>
                  <a:spcPts val="5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1000" noProof="0" dirty="0" err="1"/>
                <a:t>Acessar</a:t>
              </a:r>
              <a:r>
                <a:rPr lang="en-US" sz="1000" noProof="0" dirty="0"/>
                <a:t> o site </a:t>
              </a:r>
              <a:r>
                <a:rPr lang="en-US" sz="1000" b="1" noProof="0" dirty="0">
                  <a:hlinkClick r:id="rId4"/>
                </a:rPr>
                <a:t>https://demoqa.com/</a:t>
              </a:r>
              <a:endParaRPr lang="en-US" sz="1000" b="1" noProof="0" dirty="0"/>
            </a:p>
            <a:p>
              <a:pPr marL="285750" indent="-285750" algn="l" defTabSz="228600">
                <a:spcBef>
                  <a:spcPts val="5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1000" dirty="0" err="1"/>
                <a:t>Escolher</a:t>
              </a:r>
              <a:r>
                <a:rPr lang="en-US" sz="1000" dirty="0"/>
                <a:t> a </a:t>
              </a:r>
              <a:r>
                <a:rPr lang="en-US" sz="1000" dirty="0" err="1"/>
                <a:t>opção</a:t>
              </a:r>
              <a:r>
                <a:rPr lang="en-US" sz="1000" b="1" dirty="0"/>
                <a:t> Forms </a:t>
              </a:r>
              <a:r>
                <a:rPr lang="en-US" sz="1000" dirty="0" err="1"/>
                <a:t>na</a:t>
              </a:r>
              <a:r>
                <a:rPr lang="en-US" sz="1000" dirty="0"/>
                <a:t> </a:t>
              </a:r>
              <a:r>
                <a:rPr lang="en-US" sz="1000" dirty="0" err="1"/>
                <a:t>página</a:t>
              </a:r>
              <a:r>
                <a:rPr lang="en-US" sz="1000" dirty="0"/>
                <a:t> </a:t>
              </a:r>
              <a:r>
                <a:rPr lang="en-US" sz="1000" dirty="0" err="1"/>
                <a:t>inicial</a:t>
              </a:r>
              <a:endParaRPr lang="en-US" sz="1000" dirty="0"/>
            </a:p>
            <a:p>
              <a:pPr marL="285750" indent="-285750" algn="l" defTabSz="228600">
                <a:spcBef>
                  <a:spcPts val="5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1000" dirty="0" err="1"/>
                <a:t>Clicar</a:t>
              </a:r>
              <a:r>
                <a:rPr lang="en-US" sz="1000" dirty="0"/>
                <a:t> no submenu </a:t>
              </a:r>
              <a:r>
                <a:rPr lang="en-US" sz="1000" b="1" dirty="0"/>
                <a:t>Practice Form</a:t>
              </a:r>
            </a:p>
            <a:p>
              <a:pPr marL="285750" indent="-285750" algn="l" defTabSz="228600">
                <a:spcBef>
                  <a:spcPts val="5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1000" noProof="0" dirty="0" err="1"/>
                <a:t>Preencher</a:t>
              </a:r>
              <a:r>
                <a:rPr lang="en-US" sz="1000" noProof="0" dirty="0"/>
                <a:t> </a:t>
              </a:r>
              <a:r>
                <a:rPr lang="en-US" sz="1000" noProof="0" dirty="0" err="1"/>
                <a:t>todo</a:t>
              </a:r>
              <a:r>
                <a:rPr lang="en-US" sz="1000" noProof="0" dirty="0"/>
                <a:t> o </a:t>
              </a:r>
              <a:r>
                <a:rPr lang="en-US" sz="1000" noProof="0" dirty="0" err="1"/>
                <a:t>formulário</a:t>
              </a:r>
              <a:r>
                <a:rPr lang="en-US" sz="1000" noProof="0" dirty="0"/>
                <a:t> com </a:t>
              </a:r>
              <a:r>
                <a:rPr lang="en-US" sz="1000" noProof="0" dirty="0" err="1"/>
                <a:t>valores</a:t>
              </a:r>
              <a:r>
                <a:rPr lang="en-US" sz="1000" noProof="0" dirty="0"/>
                <a:t> </a:t>
              </a:r>
              <a:r>
                <a:rPr lang="en-US" sz="1000" noProof="0" dirty="0" err="1"/>
                <a:t>aleatórios</a:t>
              </a:r>
              <a:endParaRPr lang="en-US" sz="1000" noProof="0" dirty="0"/>
            </a:p>
            <a:p>
              <a:pPr marL="285750" indent="-285750" algn="l" defTabSz="228600">
                <a:spcBef>
                  <a:spcPts val="5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1000" dirty="0"/>
                <a:t>O </a:t>
              </a:r>
              <a:r>
                <a:rPr lang="en-US" sz="1000" dirty="0" err="1"/>
                <a:t>Arquivo</a:t>
              </a:r>
              <a:r>
                <a:rPr lang="en-US" sz="1000" dirty="0"/>
                <a:t> </a:t>
              </a:r>
              <a:r>
                <a:rPr lang="en-US" sz="1000" dirty="0" err="1"/>
                <a:t>utilizado</a:t>
              </a:r>
              <a:r>
                <a:rPr lang="en-US" sz="1000" dirty="0"/>
                <a:t> para upload, </a:t>
              </a:r>
              <a:r>
                <a:rPr lang="en-US" sz="1000" dirty="0" err="1"/>
                <a:t>precisa</a:t>
              </a:r>
              <a:r>
                <a:rPr lang="en-US" sz="1000" dirty="0"/>
                <a:t> ser um .txt </a:t>
              </a:r>
              <a:r>
                <a:rPr lang="en-US" sz="1000" dirty="0" err="1"/>
                <a:t>qualquer</a:t>
              </a:r>
              <a:r>
                <a:rPr lang="en-US" sz="1000" dirty="0"/>
                <a:t>, e </a:t>
              </a:r>
              <a:r>
                <a:rPr lang="en-US" sz="1000" dirty="0" err="1"/>
                <a:t>precisa</a:t>
              </a:r>
              <a:r>
                <a:rPr lang="en-US" sz="1000" dirty="0"/>
                <a:t> </a:t>
              </a:r>
              <a:r>
                <a:rPr lang="en-US" sz="1000" dirty="0" err="1"/>
                <a:t>estar</a:t>
              </a:r>
              <a:r>
                <a:rPr lang="en-US" sz="1000" dirty="0"/>
                <a:t> </a:t>
              </a:r>
              <a:r>
                <a:rPr lang="en-US" sz="1000" dirty="0" err="1"/>
                <a:t>na</a:t>
              </a:r>
              <a:r>
                <a:rPr lang="en-US" sz="1000" dirty="0"/>
                <a:t> </a:t>
              </a:r>
              <a:r>
                <a:rPr lang="en-US" sz="1000" dirty="0" err="1"/>
                <a:t>devida</a:t>
              </a:r>
              <a:r>
                <a:rPr lang="en-US" sz="1000" dirty="0"/>
                <a:t> pasta do </a:t>
              </a:r>
              <a:r>
                <a:rPr lang="en-US" sz="1000" dirty="0" err="1"/>
                <a:t>github</a:t>
              </a:r>
              <a:r>
                <a:rPr lang="en-US" sz="1000" dirty="0"/>
                <a:t> </a:t>
              </a:r>
              <a:r>
                <a:rPr lang="en-US" sz="1000" dirty="0" err="1"/>
                <a:t>ao</a:t>
              </a:r>
              <a:r>
                <a:rPr lang="en-US" sz="1000" dirty="0"/>
                <a:t> ser </a:t>
              </a:r>
              <a:r>
                <a:rPr lang="en-US" sz="1000" dirty="0" err="1"/>
                <a:t>publicado</a:t>
              </a:r>
              <a:r>
                <a:rPr lang="en-US" sz="1000" dirty="0"/>
                <a:t> o </a:t>
              </a:r>
              <a:r>
                <a:rPr lang="en-US" sz="1000" dirty="0" err="1"/>
                <a:t>projeto</a:t>
              </a:r>
              <a:endParaRPr lang="en-US" sz="1000" dirty="0"/>
            </a:p>
            <a:p>
              <a:pPr marL="285750" indent="-285750" algn="l" defTabSz="228600">
                <a:spcBef>
                  <a:spcPts val="5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1000" noProof="0" dirty="0" err="1"/>
                <a:t>Submter</a:t>
              </a:r>
              <a:r>
                <a:rPr lang="en-US" sz="1000" noProof="0" dirty="0"/>
                <a:t> o </a:t>
              </a:r>
              <a:r>
                <a:rPr lang="en-US" sz="1000" noProof="0" dirty="0" err="1"/>
                <a:t>formulário</a:t>
              </a:r>
              <a:endParaRPr lang="en-US" sz="1000" noProof="0" dirty="0"/>
            </a:p>
            <a:p>
              <a:pPr marL="285750" indent="-285750" algn="l" defTabSz="228600">
                <a:spcBef>
                  <a:spcPts val="5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1000" dirty="0" err="1"/>
                <a:t>Garantir</a:t>
              </a:r>
              <a:r>
                <a:rPr lang="en-US" sz="1000" dirty="0"/>
                <a:t> que um popup </a:t>
              </a:r>
              <a:r>
                <a:rPr lang="en-US" sz="1000" dirty="0" err="1"/>
                <a:t>foi</a:t>
              </a:r>
              <a:r>
                <a:rPr lang="en-US" sz="1000" dirty="0"/>
                <a:t> </a:t>
              </a:r>
              <a:r>
                <a:rPr lang="en-US" sz="1000" dirty="0" err="1"/>
                <a:t>aberto</a:t>
              </a:r>
              <a:r>
                <a:rPr lang="en-US" sz="1000" dirty="0"/>
                <a:t> </a:t>
              </a:r>
              <a:r>
                <a:rPr lang="en-US" sz="1000" dirty="0" err="1"/>
                <a:t>após</a:t>
              </a:r>
              <a:r>
                <a:rPr lang="en-US" sz="1000" dirty="0"/>
                <a:t> o submit</a:t>
              </a:r>
            </a:p>
            <a:p>
              <a:pPr marL="285750" indent="-285750" algn="l" defTabSz="228600">
                <a:spcBef>
                  <a:spcPts val="5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1000" noProof="0" dirty="0" err="1"/>
                <a:t>Fechar</a:t>
              </a:r>
              <a:r>
                <a:rPr lang="en-US" sz="1000" noProof="0" dirty="0"/>
                <a:t> o popup</a:t>
              </a:r>
            </a:p>
            <a:p>
              <a:pPr algn="l">
                <a:spcBef>
                  <a:spcPts val="500"/>
                </a:spcBef>
              </a:pPr>
              <a:endParaRPr lang="en-US" sz="1800" b="0" i="0" u="none" strike="noStrike" baseline="0" noProof="0" dirty="0">
                <a:latin typeface="Graphik" panose="020B0503030202060203" pitchFamily="34" charset="0"/>
              </a:endParaRPr>
            </a:p>
            <a:p>
              <a:pPr algn="l">
                <a:spcBef>
                  <a:spcPts val="500"/>
                </a:spcBef>
              </a:pPr>
              <a:endParaRPr lang="en-US" dirty="0">
                <a:latin typeface="Graphik" panose="020B0503030202060203" pitchFamily="34" charset="0"/>
              </a:endParaRP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A108D03C-C325-3D71-3998-B209659945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3614" y="4577372"/>
            <a:ext cx="1815960" cy="166795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467237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3A0DEA-592D-49B6-B6D9-1A0282AC8C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05D383-83BB-4A31-A2EE-01DBF624E48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7" name="Title 5">
            <a:extLst>
              <a:ext uri="{FF2B5EF4-FFF2-40B4-BE49-F238E27FC236}">
                <a16:creationId xmlns:a16="http://schemas.microsoft.com/office/drawing/2014/main" id="{9A55AD28-4C68-AF29-F84F-4FC39BB98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US" dirty="0" err="1"/>
              <a:t>Desafio</a:t>
            </a:r>
            <a:r>
              <a:rPr lang="en-US" dirty="0"/>
              <a:t> Frontend -  </a:t>
            </a:r>
            <a:r>
              <a:rPr lang="en-US" dirty="0" err="1"/>
              <a:t>Parte</a:t>
            </a:r>
            <a:r>
              <a:rPr lang="en-US" dirty="0"/>
              <a:t> 2</a:t>
            </a:r>
          </a:p>
        </p:txBody>
      </p:sp>
      <p:pic>
        <p:nvPicPr>
          <p:cNvPr id="6" name="Picture 5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5316CCDC-10F9-2307-E8B5-822C6882B0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5160" b="2264"/>
          <a:stretch/>
        </p:blipFill>
        <p:spPr>
          <a:xfrm>
            <a:off x="4738543" y="1390765"/>
            <a:ext cx="7200000" cy="434377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EB0040B5-73DD-996E-3A70-0CBCA206EC4F}"/>
              </a:ext>
            </a:extLst>
          </p:cNvPr>
          <p:cNvGrpSpPr/>
          <p:nvPr/>
        </p:nvGrpSpPr>
        <p:grpSpPr>
          <a:xfrm>
            <a:off x="271604" y="1865014"/>
            <a:ext cx="4209861" cy="4173815"/>
            <a:chOff x="271604" y="1865014"/>
            <a:chExt cx="4209861" cy="4173815"/>
          </a:xfrm>
        </p:grpSpPr>
        <p:pic>
          <p:nvPicPr>
            <p:cNvPr id="8" name="Picture 2" descr="Yellow Sticky Notes | Sticky notes, Yellow sticky notes, Powerpoint  background design">
              <a:extLst>
                <a:ext uri="{FF2B5EF4-FFF2-40B4-BE49-F238E27FC236}">
                  <a16:creationId xmlns:a16="http://schemas.microsoft.com/office/drawing/2014/main" id="{2DF8FBA5-589E-CE7D-7AF2-D446AD8C8F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1604" y="1865014"/>
              <a:ext cx="4209861" cy="41738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20A22C0-FE70-F7F7-528A-D671719E087F}"/>
                </a:ext>
              </a:extLst>
            </p:cNvPr>
            <p:cNvSpPr txBox="1"/>
            <p:nvPr/>
          </p:nvSpPr>
          <p:spPr>
            <a:xfrm rot="21206068">
              <a:off x="705177" y="2362391"/>
              <a:ext cx="3128561" cy="29926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>
                <a:spcBef>
                  <a:spcPts val="500"/>
                </a:spcBef>
              </a:pPr>
              <a:r>
                <a:rPr lang="en-US" sz="1800" b="1" i="0" u="none" strike="noStrike" baseline="0" noProof="0" dirty="0" err="1">
                  <a:latin typeface="Graphik" panose="020B0503030202060203" pitchFamily="34" charset="0"/>
                </a:rPr>
                <a:t>Resumo</a:t>
              </a:r>
              <a:r>
                <a:rPr lang="en-US" sz="1800" b="1" i="0" u="none" strike="noStrike" baseline="0" noProof="0" dirty="0">
                  <a:latin typeface="Graphik" panose="020B0503030202060203" pitchFamily="34" charset="0"/>
                </a:rPr>
                <a:t>:</a:t>
              </a:r>
            </a:p>
            <a:p>
              <a:pPr algn="l">
                <a:spcBef>
                  <a:spcPts val="500"/>
                </a:spcBef>
              </a:pPr>
              <a:endParaRPr lang="en-US" sz="100" b="0" i="0" u="none" strike="noStrike" baseline="0" noProof="0" dirty="0">
                <a:latin typeface="Graphik" panose="020B0503030202060203" pitchFamily="34" charset="0"/>
              </a:endParaRPr>
            </a:p>
            <a:p>
              <a:pPr marL="285750" indent="-285750" algn="l" defTabSz="228600">
                <a:spcBef>
                  <a:spcPts val="5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1000" noProof="0" dirty="0" err="1"/>
                <a:t>Acessar</a:t>
              </a:r>
              <a:r>
                <a:rPr lang="en-US" sz="1000" noProof="0" dirty="0"/>
                <a:t> o site </a:t>
              </a:r>
              <a:r>
                <a:rPr lang="en-US" sz="1000" b="1" noProof="0" dirty="0">
                  <a:hlinkClick r:id="rId4"/>
                </a:rPr>
                <a:t>https://demoqa.com/</a:t>
              </a:r>
              <a:endParaRPr lang="en-US" sz="1000" b="1" noProof="0" dirty="0"/>
            </a:p>
            <a:p>
              <a:pPr marL="285750" indent="-285750" algn="l" defTabSz="228600">
                <a:spcBef>
                  <a:spcPts val="5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1000" dirty="0" err="1"/>
                <a:t>Escolher</a:t>
              </a:r>
              <a:r>
                <a:rPr lang="en-US" sz="1000" dirty="0"/>
                <a:t> a </a:t>
              </a:r>
              <a:r>
                <a:rPr lang="en-US" sz="1000" dirty="0" err="1"/>
                <a:t>opção</a:t>
              </a:r>
              <a:r>
                <a:rPr lang="en-US" sz="1000" b="1" dirty="0"/>
                <a:t> Alerts, Frame &amp; Windows </a:t>
              </a:r>
              <a:r>
                <a:rPr lang="en-US" sz="1000" dirty="0" err="1"/>
                <a:t>na</a:t>
              </a:r>
              <a:r>
                <a:rPr lang="en-US" sz="1000" dirty="0"/>
                <a:t> </a:t>
              </a:r>
              <a:r>
                <a:rPr lang="en-US" sz="1000" dirty="0" err="1"/>
                <a:t>página</a:t>
              </a:r>
              <a:r>
                <a:rPr lang="en-US" sz="1000" dirty="0"/>
                <a:t> </a:t>
              </a:r>
              <a:r>
                <a:rPr lang="en-US" sz="1000" dirty="0" err="1"/>
                <a:t>inicial</a:t>
              </a:r>
              <a:endParaRPr lang="en-US" sz="1000" dirty="0"/>
            </a:p>
            <a:p>
              <a:pPr marL="285750" indent="-285750" algn="l" defTabSz="228600">
                <a:spcBef>
                  <a:spcPts val="5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1000" dirty="0" err="1"/>
                <a:t>Clicar</a:t>
              </a:r>
              <a:r>
                <a:rPr lang="en-US" sz="1000" dirty="0"/>
                <a:t> no submenu </a:t>
              </a:r>
              <a:r>
                <a:rPr lang="en-US" sz="1000" b="1" i="1" noProof="0" dirty="0"/>
                <a:t>Browser Windows</a:t>
              </a:r>
              <a:endParaRPr lang="en-US" sz="1000" noProof="0" dirty="0"/>
            </a:p>
            <a:p>
              <a:pPr marL="285750" indent="-285750" algn="l" defTabSz="228600">
                <a:spcBef>
                  <a:spcPts val="5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1000" dirty="0" err="1"/>
                <a:t>Clicar</a:t>
              </a:r>
              <a:r>
                <a:rPr lang="en-US" sz="1000" dirty="0"/>
                <a:t> no </a:t>
              </a:r>
              <a:r>
                <a:rPr lang="en-US" sz="1000" dirty="0" err="1"/>
                <a:t>botão</a:t>
              </a:r>
              <a:r>
                <a:rPr lang="en-US" sz="1000" dirty="0"/>
                <a:t> </a:t>
              </a:r>
              <a:r>
                <a:rPr lang="en-US" sz="1000" b="1" dirty="0"/>
                <a:t>new Windows</a:t>
              </a:r>
            </a:p>
            <a:p>
              <a:pPr marL="285750" indent="-285750" algn="l" defTabSz="228600">
                <a:spcBef>
                  <a:spcPts val="5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1000" noProof="0" dirty="0" err="1"/>
                <a:t>Certifica</a:t>
              </a:r>
              <a:r>
                <a:rPr lang="en-US" sz="1000" noProof="0" dirty="0"/>
                <a:t>-se que </a:t>
              </a:r>
              <a:r>
                <a:rPr lang="en-US" sz="1000" noProof="0" dirty="0" err="1"/>
                <a:t>uma</a:t>
              </a:r>
              <a:r>
                <a:rPr lang="en-US" sz="1000" noProof="0" dirty="0"/>
                <a:t> nova </a:t>
              </a:r>
              <a:r>
                <a:rPr lang="en-US" sz="1000" noProof="0" dirty="0" err="1"/>
                <a:t>janela</a:t>
              </a:r>
              <a:r>
                <a:rPr lang="en-US" sz="1000" noProof="0" dirty="0"/>
                <a:t> </a:t>
              </a:r>
              <a:r>
                <a:rPr lang="en-US" sz="1000" noProof="0" dirty="0" err="1"/>
                <a:t>foi</a:t>
              </a:r>
              <a:r>
                <a:rPr lang="en-US" sz="1000" noProof="0" dirty="0"/>
                <a:t> </a:t>
              </a:r>
              <a:r>
                <a:rPr lang="en-US" sz="1000" noProof="0" dirty="0" err="1"/>
                <a:t>aberta</a:t>
              </a:r>
              <a:r>
                <a:rPr lang="en-US" sz="1000" noProof="0" dirty="0"/>
                <a:t>, e </a:t>
              </a:r>
              <a:r>
                <a:rPr lang="en-US" sz="1000" noProof="0" dirty="0" err="1"/>
                <a:t>validar</a:t>
              </a:r>
              <a:r>
                <a:rPr lang="en-US" sz="1000" noProof="0" dirty="0"/>
                <a:t> a msg </a:t>
              </a:r>
              <a:r>
                <a:rPr lang="en-US" sz="1000" b="1" i="1" noProof="0" dirty="0"/>
                <a:t>“This is a sample page”</a:t>
              </a:r>
            </a:p>
            <a:p>
              <a:pPr marL="285750" indent="-285750" algn="l" defTabSz="228600">
                <a:spcBef>
                  <a:spcPts val="5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1000" dirty="0" err="1"/>
                <a:t>Fechar</a:t>
              </a:r>
              <a:r>
                <a:rPr lang="en-US" sz="1000" dirty="0"/>
                <a:t> a nova </a:t>
              </a:r>
              <a:r>
                <a:rPr lang="en-US" sz="1000" dirty="0" err="1"/>
                <a:t>janela</a:t>
              </a:r>
              <a:r>
                <a:rPr lang="en-US" sz="1000" dirty="0"/>
                <a:t> </a:t>
              </a:r>
              <a:r>
                <a:rPr lang="en-US" sz="1000" dirty="0" err="1"/>
                <a:t>aberta</a:t>
              </a:r>
              <a:endParaRPr lang="en-US" sz="1000" b="0" i="0" u="none" strike="noStrike" baseline="0" noProof="0" dirty="0">
                <a:latin typeface="Graphik" panose="020B0503030202060203" pitchFamily="34" charset="0"/>
              </a:endParaRPr>
            </a:p>
            <a:p>
              <a:pPr algn="l">
                <a:spcBef>
                  <a:spcPts val="500"/>
                </a:spcBef>
              </a:pPr>
              <a:endParaRPr lang="en-US" dirty="0">
                <a:latin typeface="Graphik" panose="020B0503030202060203" pitchFamily="34" charset="0"/>
              </a:endParaRP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7EA99430-DACE-0638-1E5D-EE415D23D7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1445" y="3284145"/>
            <a:ext cx="1919555" cy="2233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050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3A0DEA-592D-49B6-B6D9-1A0282AC8C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05D383-83BB-4A31-A2EE-01DBF624E48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7" name="Title 5">
            <a:extLst>
              <a:ext uri="{FF2B5EF4-FFF2-40B4-BE49-F238E27FC236}">
                <a16:creationId xmlns:a16="http://schemas.microsoft.com/office/drawing/2014/main" id="{9A55AD28-4C68-AF29-F84F-4FC39BB98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US" dirty="0" err="1"/>
              <a:t>Desafio</a:t>
            </a:r>
            <a:r>
              <a:rPr lang="en-US" dirty="0"/>
              <a:t> Frontend -  </a:t>
            </a:r>
            <a:r>
              <a:rPr lang="en-US" dirty="0" err="1"/>
              <a:t>Parte</a:t>
            </a:r>
            <a:r>
              <a:rPr lang="en-US" dirty="0"/>
              <a:t> 2</a:t>
            </a:r>
          </a:p>
        </p:txBody>
      </p:sp>
      <p:pic>
        <p:nvPicPr>
          <p:cNvPr id="6" name="Picture 5" descr="Text&#10;&#10;Description automatically generated with medium confidence">
            <a:extLst>
              <a:ext uri="{FF2B5EF4-FFF2-40B4-BE49-F238E27FC236}">
                <a16:creationId xmlns:a16="http://schemas.microsoft.com/office/drawing/2014/main" id="{298A2FC7-1D46-F727-0E70-22C8EFE465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6261"/>
          <a:stretch/>
        </p:blipFill>
        <p:spPr>
          <a:xfrm>
            <a:off x="4765702" y="1403139"/>
            <a:ext cx="7200000" cy="44345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2C7EBDA-C499-0521-8536-0935C3C106C2}"/>
              </a:ext>
            </a:extLst>
          </p:cNvPr>
          <p:cNvGrpSpPr/>
          <p:nvPr/>
        </p:nvGrpSpPr>
        <p:grpSpPr>
          <a:xfrm>
            <a:off x="271604" y="1865014"/>
            <a:ext cx="4209861" cy="4265442"/>
            <a:chOff x="271604" y="1865014"/>
            <a:chExt cx="4209861" cy="4265442"/>
          </a:xfrm>
        </p:grpSpPr>
        <p:pic>
          <p:nvPicPr>
            <p:cNvPr id="11" name="Picture 2" descr="Yellow Sticky Notes | Sticky notes, Yellow sticky notes, Powerpoint  background design">
              <a:extLst>
                <a:ext uri="{FF2B5EF4-FFF2-40B4-BE49-F238E27FC236}">
                  <a16:creationId xmlns:a16="http://schemas.microsoft.com/office/drawing/2014/main" id="{B9996E9C-9D91-2C07-31E8-F5304BF04D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1604" y="1865014"/>
              <a:ext cx="4209861" cy="42654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C08B384-CE7F-B375-4F63-C0577126EB34}"/>
                </a:ext>
              </a:extLst>
            </p:cNvPr>
            <p:cNvSpPr txBox="1"/>
            <p:nvPr/>
          </p:nvSpPr>
          <p:spPr>
            <a:xfrm rot="21206068">
              <a:off x="752901" y="2362687"/>
              <a:ext cx="3123390" cy="29926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>
                <a:spcBef>
                  <a:spcPts val="500"/>
                </a:spcBef>
              </a:pPr>
              <a:r>
                <a:rPr lang="en-US" sz="1800" b="1" i="0" u="none" strike="noStrike" baseline="0" noProof="0" dirty="0" err="1">
                  <a:latin typeface="Graphik" panose="020B0503030202060203" pitchFamily="34" charset="0"/>
                </a:rPr>
                <a:t>Resumo</a:t>
              </a:r>
              <a:r>
                <a:rPr lang="en-US" sz="1800" b="1" i="0" u="none" strike="noStrike" baseline="0" noProof="0" dirty="0">
                  <a:latin typeface="Graphik" panose="020B0503030202060203" pitchFamily="34" charset="0"/>
                </a:rPr>
                <a:t>:</a:t>
              </a:r>
            </a:p>
            <a:p>
              <a:pPr algn="l">
                <a:spcBef>
                  <a:spcPts val="500"/>
                </a:spcBef>
              </a:pPr>
              <a:endParaRPr lang="en-US" sz="100" b="0" i="0" u="none" strike="noStrike" baseline="0" noProof="0" dirty="0">
                <a:latin typeface="Graphik" panose="020B0503030202060203" pitchFamily="34" charset="0"/>
              </a:endParaRPr>
            </a:p>
            <a:p>
              <a:pPr marL="285750" indent="-285750" algn="l" defTabSz="228600">
                <a:spcBef>
                  <a:spcPts val="5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1000" noProof="0" dirty="0" err="1"/>
                <a:t>Acessar</a:t>
              </a:r>
              <a:r>
                <a:rPr lang="en-US" sz="1000" noProof="0" dirty="0"/>
                <a:t> o site </a:t>
              </a:r>
              <a:r>
                <a:rPr lang="en-US" sz="1000" b="1" noProof="0" dirty="0">
                  <a:hlinkClick r:id="rId4"/>
                </a:rPr>
                <a:t>https://demoqa.com/</a:t>
              </a:r>
              <a:endParaRPr lang="en-US" sz="1000" b="1" noProof="0" dirty="0"/>
            </a:p>
            <a:p>
              <a:pPr marL="285750" indent="-285750" algn="l" defTabSz="228600">
                <a:spcBef>
                  <a:spcPts val="5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1000" dirty="0" err="1"/>
                <a:t>Escolher</a:t>
              </a:r>
              <a:r>
                <a:rPr lang="en-US" sz="1000" dirty="0"/>
                <a:t> a </a:t>
              </a:r>
              <a:r>
                <a:rPr lang="en-US" sz="1000" dirty="0" err="1"/>
                <a:t>opção</a:t>
              </a:r>
              <a:r>
                <a:rPr lang="en-US" sz="1000" b="1" dirty="0"/>
                <a:t> Elements </a:t>
              </a:r>
              <a:r>
                <a:rPr lang="en-US" sz="1000" dirty="0" err="1"/>
                <a:t>na</a:t>
              </a:r>
              <a:r>
                <a:rPr lang="en-US" sz="1000" dirty="0"/>
                <a:t> </a:t>
              </a:r>
              <a:r>
                <a:rPr lang="en-US" sz="1000" dirty="0" err="1"/>
                <a:t>página</a:t>
              </a:r>
              <a:r>
                <a:rPr lang="en-US" sz="1000" dirty="0"/>
                <a:t> </a:t>
              </a:r>
              <a:r>
                <a:rPr lang="en-US" sz="1000" dirty="0" err="1"/>
                <a:t>inicial</a:t>
              </a:r>
              <a:endParaRPr lang="en-US" sz="1000" dirty="0"/>
            </a:p>
            <a:p>
              <a:pPr marL="285750" indent="-285750" algn="l" defTabSz="228600">
                <a:spcBef>
                  <a:spcPts val="5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1000" dirty="0" err="1"/>
                <a:t>Clicar</a:t>
              </a:r>
              <a:r>
                <a:rPr lang="en-US" sz="1000" dirty="0"/>
                <a:t> no submenu </a:t>
              </a:r>
              <a:r>
                <a:rPr lang="en-US" sz="1000" b="1" i="1" noProof="0" dirty="0"/>
                <a:t>Web Tables</a:t>
              </a:r>
            </a:p>
            <a:p>
              <a:pPr marL="285750" indent="-285750" algn="l" defTabSz="228600">
                <a:spcBef>
                  <a:spcPts val="5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1000" dirty="0" err="1"/>
                <a:t>Criar</a:t>
              </a:r>
              <a:r>
                <a:rPr lang="en-US" sz="1000" dirty="0"/>
                <a:t> um novo </a:t>
              </a:r>
              <a:r>
                <a:rPr lang="en-US" sz="1000" dirty="0" err="1"/>
                <a:t>registro</a:t>
              </a:r>
              <a:endParaRPr lang="en-US" sz="1000" dirty="0"/>
            </a:p>
            <a:p>
              <a:pPr marL="285750" indent="-285750" algn="l" defTabSz="228600">
                <a:spcBef>
                  <a:spcPts val="5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1000" dirty="0" err="1"/>
                <a:t>Editar</a:t>
              </a:r>
              <a:r>
                <a:rPr lang="en-US" sz="1000" dirty="0"/>
                <a:t> o novo </a:t>
              </a:r>
              <a:r>
                <a:rPr lang="en-US" sz="1000" dirty="0" err="1"/>
                <a:t>registro</a:t>
              </a:r>
              <a:r>
                <a:rPr lang="en-US" sz="1000" dirty="0"/>
                <a:t> </a:t>
              </a:r>
              <a:r>
                <a:rPr lang="en-US" sz="1000" dirty="0" err="1"/>
                <a:t>criado</a:t>
              </a:r>
              <a:endParaRPr lang="en-US" sz="1000" dirty="0"/>
            </a:p>
            <a:p>
              <a:pPr marL="285750" indent="-285750" algn="l" defTabSz="228600">
                <a:spcBef>
                  <a:spcPts val="5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1000" noProof="0" dirty="0" err="1"/>
                <a:t>Deletar</a:t>
              </a:r>
              <a:r>
                <a:rPr lang="en-US" sz="1000" noProof="0" dirty="0"/>
                <a:t> o novo </a:t>
              </a:r>
              <a:r>
                <a:rPr lang="en-US" sz="1000" noProof="0" dirty="0" err="1"/>
                <a:t>registro</a:t>
              </a:r>
              <a:r>
                <a:rPr lang="en-US" sz="1000" noProof="0" dirty="0"/>
                <a:t> </a:t>
              </a:r>
              <a:r>
                <a:rPr lang="en-US" sz="1000" noProof="0" dirty="0" err="1"/>
                <a:t>criado</a:t>
              </a:r>
              <a:r>
                <a:rPr lang="en-US" sz="1000" noProof="0" dirty="0"/>
                <a:t>.</a:t>
              </a:r>
              <a:endParaRPr lang="en-US" sz="1000" b="1" i="1" noProof="0" dirty="0"/>
            </a:p>
            <a:p>
              <a:pPr algn="l" defTabSz="228600">
                <a:spcBef>
                  <a:spcPts val="500"/>
                </a:spcBef>
                <a:spcAft>
                  <a:spcPts val="400"/>
                </a:spcAft>
              </a:pPr>
              <a:r>
                <a:rPr lang="en-US" sz="1000" b="1" i="0" u="none" strike="noStrike" baseline="0" noProof="0" dirty="0" err="1">
                  <a:latin typeface="Graphik" panose="020B0503030202060203" pitchFamily="34" charset="0"/>
                </a:rPr>
                <a:t>Bônus</a:t>
              </a:r>
              <a:r>
                <a:rPr lang="en-US" sz="1000" b="1" i="0" u="none" strike="noStrike" baseline="0" noProof="0" dirty="0">
                  <a:latin typeface="Graphik" panose="020B0503030202060203" pitchFamily="34" charset="0"/>
                </a:rPr>
                <a:t> </a:t>
              </a:r>
              <a:r>
                <a:rPr lang="en-US" sz="900" b="1" i="0" u="none" strike="noStrike" baseline="0" noProof="0" dirty="0">
                  <a:latin typeface="Graphik" panose="020B0503030202060203" pitchFamily="34" charset="0"/>
                </a:rPr>
                <a:t>(</a:t>
              </a:r>
              <a:r>
                <a:rPr lang="en-US" sz="900" b="1" i="0" u="none" strike="noStrike" baseline="0" noProof="0" dirty="0" err="1">
                  <a:latin typeface="Graphik" panose="020B0503030202060203" pitchFamily="34" charset="0"/>
                </a:rPr>
                <a:t>pontos</a:t>
              </a:r>
              <a:r>
                <a:rPr lang="en-US" sz="900" b="1" i="0" u="none" strike="noStrike" baseline="0" noProof="0" dirty="0">
                  <a:latin typeface="Graphik" panose="020B0503030202060203" pitchFamily="34" charset="0"/>
                </a:rPr>
                <a:t> </a:t>
              </a:r>
              <a:r>
                <a:rPr lang="en-US" sz="900" b="1" i="0" u="none" strike="noStrike" baseline="0" noProof="0" dirty="0" err="1">
                  <a:latin typeface="Graphik" panose="020B0503030202060203" pitchFamily="34" charset="0"/>
                </a:rPr>
                <a:t>adicionais</a:t>
              </a:r>
              <a:r>
                <a:rPr lang="en-US" sz="900" b="1" i="0" u="none" strike="noStrike" baseline="0" noProof="0" dirty="0">
                  <a:latin typeface="Graphik" panose="020B0503030202060203" pitchFamily="34" charset="0"/>
                </a:rPr>
                <a:t> </a:t>
              </a:r>
              <a:r>
                <a:rPr lang="en-US" sz="900" b="1" i="0" u="none" strike="noStrike" baseline="0" noProof="0" dirty="0" err="1">
                  <a:latin typeface="Graphik" panose="020B0503030202060203" pitchFamily="34" charset="0"/>
                </a:rPr>
                <a:t>na</a:t>
              </a:r>
              <a:r>
                <a:rPr lang="en-US" sz="900" b="1" i="0" u="none" strike="noStrike" baseline="0" noProof="0" dirty="0">
                  <a:latin typeface="Graphik" panose="020B0503030202060203" pitchFamily="34" charset="0"/>
                </a:rPr>
                <a:t> </a:t>
              </a:r>
              <a:r>
                <a:rPr lang="en-US" sz="900" b="1" i="0" u="none" strike="noStrike" baseline="0" noProof="0" dirty="0" err="1">
                  <a:latin typeface="Graphik" panose="020B0503030202060203" pitchFamily="34" charset="0"/>
                </a:rPr>
                <a:t>avaliação</a:t>
              </a:r>
              <a:r>
                <a:rPr lang="en-US" sz="900" b="1" i="0" u="none" strike="noStrike" baseline="0" noProof="0" dirty="0">
                  <a:latin typeface="Graphik" panose="020B0503030202060203" pitchFamily="34" charset="0"/>
                </a:rPr>
                <a:t>)</a:t>
              </a:r>
              <a:r>
                <a:rPr lang="en-US" sz="1000" b="1" i="0" u="none" strike="noStrike" baseline="0" noProof="0" dirty="0">
                  <a:latin typeface="Graphik" panose="020B0503030202060203" pitchFamily="34" charset="0"/>
                </a:rPr>
                <a:t>:</a:t>
              </a:r>
            </a:p>
            <a:p>
              <a:pPr marL="285750" indent="-285750" algn="l" defTabSz="228600">
                <a:spcBef>
                  <a:spcPts val="5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1000" dirty="0" err="1">
                  <a:latin typeface="Graphik" panose="020B0503030202060203" pitchFamily="34" charset="0"/>
                </a:rPr>
                <a:t>Criar</a:t>
              </a:r>
              <a:r>
                <a:rPr lang="en-US" sz="1000" dirty="0">
                  <a:latin typeface="Graphik" panose="020B0503030202060203" pitchFamily="34" charset="0"/>
                </a:rPr>
                <a:t> 12 </a:t>
              </a:r>
              <a:r>
                <a:rPr lang="en-US" sz="1000" dirty="0" err="1">
                  <a:latin typeface="Graphik" panose="020B0503030202060203" pitchFamily="34" charset="0"/>
                </a:rPr>
                <a:t>novos</a:t>
              </a:r>
              <a:r>
                <a:rPr lang="en-US" sz="1000" dirty="0">
                  <a:latin typeface="Graphik" panose="020B0503030202060203" pitchFamily="34" charset="0"/>
                </a:rPr>
                <a:t> </a:t>
              </a:r>
              <a:r>
                <a:rPr lang="en-US" sz="1000" dirty="0" err="1">
                  <a:latin typeface="Graphik" panose="020B0503030202060203" pitchFamily="34" charset="0"/>
                </a:rPr>
                <a:t>registros</a:t>
              </a:r>
              <a:r>
                <a:rPr lang="en-US" sz="1000" dirty="0">
                  <a:latin typeface="Graphik" panose="020B0503030202060203" pitchFamily="34" charset="0"/>
                </a:rPr>
                <a:t> de forma </a:t>
              </a:r>
              <a:r>
                <a:rPr lang="en-US" sz="1000" dirty="0" err="1">
                  <a:latin typeface="Graphik" panose="020B0503030202060203" pitchFamily="34" charset="0"/>
                </a:rPr>
                <a:t>dinâmica</a:t>
              </a:r>
              <a:r>
                <a:rPr lang="en-US" sz="1000" dirty="0">
                  <a:latin typeface="Graphik" panose="020B0503030202060203" pitchFamily="34" charset="0"/>
                </a:rPr>
                <a:t> </a:t>
              </a:r>
              <a:r>
                <a:rPr lang="en-US" sz="1000" dirty="0" err="1">
                  <a:latin typeface="Graphik" panose="020B0503030202060203" pitchFamily="34" charset="0"/>
                </a:rPr>
                <a:t>através</a:t>
              </a:r>
              <a:r>
                <a:rPr lang="en-US" sz="1000" dirty="0">
                  <a:latin typeface="Graphik" panose="020B0503030202060203" pitchFamily="34" charset="0"/>
                </a:rPr>
                <a:t> do cucumber</a:t>
              </a:r>
            </a:p>
            <a:p>
              <a:pPr marL="285750" indent="-285750" algn="l" defTabSz="228600">
                <a:spcBef>
                  <a:spcPts val="5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1000" b="0" i="0" u="none" strike="noStrike" baseline="0" noProof="0" dirty="0" err="1">
                  <a:latin typeface="Graphik" panose="020B0503030202060203" pitchFamily="34" charset="0"/>
                </a:rPr>
                <a:t>Deletar</a:t>
              </a:r>
              <a:r>
                <a:rPr lang="en-US" sz="1000" b="0" i="0" u="none" strike="noStrike" baseline="0" noProof="0" dirty="0">
                  <a:latin typeface="Graphik" panose="020B0503030202060203" pitchFamily="34" charset="0"/>
                </a:rPr>
                <a:t> </a:t>
              </a:r>
              <a:r>
                <a:rPr lang="en-US" sz="1000" b="0" i="0" u="none" strike="noStrike" baseline="0" noProof="0" dirty="0" err="1">
                  <a:latin typeface="Graphik" panose="020B0503030202060203" pitchFamily="34" charset="0"/>
                </a:rPr>
                <a:t>todos</a:t>
              </a:r>
              <a:r>
                <a:rPr lang="en-US" sz="1000" b="0" i="0" u="none" strike="noStrike" baseline="0" noProof="0" dirty="0">
                  <a:latin typeface="Graphik" panose="020B0503030202060203" pitchFamily="34" charset="0"/>
                </a:rPr>
                <a:t> </a:t>
              </a:r>
              <a:r>
                <a:rPr lang="en-US" sz="1000" b="0" i="0" u="none" strike="noStrike" baseline="0" noProof="0" dirty="0" err="1">
                  <a:latin typeface="Graphik" panose="020B0503030202060203" pitchFamily="34" charset="0"/>
                </a:rPr>
                <a:t>os</a:t>
              </a:r>
              <a:r>
                <a:rPr lang="en-US" sz="1000" b="0" i="0" u="none" strike="noStrike" baseline="0" noProof="0" dirty="0">
                  <a:latin typeface="Graphik" panose="020B0503030202060203" pitchFamily="34" charset="0"/>
                </a:rPr>
                <a:t> </a:t>
              </a:r>
              <a:r>
                <a:rPr lang="en-US" sz="1000" b="0" i="0" u="none" strike="noStrike" baseline="0" noProof="0" dirty="0" err="1">
                  <a:latin typeface="Graphik" panose="020B0503030202060203" pitchFamily="34" charset="0"/>
                </a:rPr>
                <a:t>novos</a:t>
              </a:r>
              <a:r>
                <a:rPr lang="en-US" sz="1000" b="0" i="0" u="none" strike="noStrike" baseline="0" noProof="0" dirty="0">
                  <a:latin typeface="Graphik" panose="020B0503030202060203" pitchFamily="34" charset="0"/>
                </a:rPr>
                <a:t> </a:t>
              </a:r>
              <a:r>
                <a:rPr lang="en-US" sz="1000" b="0" i="0" u="none" strike="noStrike" baseline="0" noProof="0" dirty="0" err="1">
                  <a:latin typeface="Graphik" panose="020B0503030202060203" pitchFamily="34" charset="0"/>
                </a:rPr>
                <a:t>registros</a:t>
              </a:r>
              <a:r>
                <a:rPr lang="en-US" sz="1000" b="0" i="0" u="none" strike="noStrike" baseline="0" noProof="0" dirty="0">
                  <a:latin typeface="Graphik" panose="020B0503030202060203" pitchFamily="34" charset="0"/>
                </a:rPr>
                <a:t> </a:t>
              </a:r>
              <a:r>
                <a:rPr lang="en-US" sz="1000" b="0" i="0" u="none" strike="noStrike" baseline="0" noProof="0" dirty="0" err="1">
                  <a:latin typeface="Graphik" panose="020B0503030202060203" pitchFamily="34" charset="0"/>
                </a:rPr>
                <a:t>criados</a:t>
              </a:r>
              <a:endParaRPr lang="en-US" sz="1000" b="0" i="0" u="none" strike="noStrike" baseline="0" noProof="0" dirty="0">
                <a:latin typeface="Graphik" panose="020B0503030202060203" pitchFamily="34" charset="0"/>
              </a:endParaRPr>
            </a:p>
            <a:p>
              <a:pPr algn="l">
                <a:spcBef>
                  <a:spcPts val="500"/>
                </a:spcBef>
              </a:pPr>
              <a:endParaRPr lang="en-US" dirty="0">
                <a:latin typeface="Graphik" panose="020B050303020206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60661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3A0DEA-592D-49B6-B6D9-1A0282AC8C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05D383-83BB-4A31-A2EE-01DBF624E48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7" name="Title 5">
            <a:extLst>
              <a:ext uri="{FF2B5EF4-FFF2-40B4-BE49-F238E27FC236}">
                <a16:creationId xmlns:a16="http://schemas.microsoft.com/office/drawing/2014/main" id="{9A55AD28-4C68-AF29-F84F-4FC39BB98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US" dirty="0" err="1"/>
              <a:t>Desafio</a:t>
            </a:r>
            <a:r>
              <a:rPr lang="en-US" dirty="0"/>
              <a:t> Frontend -  </a:t>
            </a:r>
            <a:r>
              <a:rPr lang="en-US" dirty="0" err="1"/>
              <a:t>Parte</a:t>
            </a:r>
            <a:r>
              <a:rPr lang="en-US" dirty="0"/>
              <a:t> 2</a:t>
            </a:r>
          </a:p>
        </p:txBody>
      </p:sp>
      <p:pic>
        <p:nvPicPr>
          <p:cNvPr id="2" name="Picture 1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022599A8-CBD5-F6DA-935D-04DD7751E5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5580" b="620"/>
          <a:stretch/>
        </p:blipFill>
        <p:spPr>
          <a:xfrm>
            <a:off x="4756608" y="1383486"/>
            <a:ext cx="7200000" cy="437805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E96EA64-2E34-8B99-A6B5-C1A19E6A5806}"/>
              </a:ext>
            </a:extLst>
          </p:cNvPr>
          <p:cNvGrpSpPr/>
          <p:nvPr/>
        </p:nvGrpSpPr>
        <p:grpSpPr>
          <a:xfrm>
            <a:off x="271604" y="1865014"/>
            <a:ext cx="4209861" cy="4173815"/>
            <a:chOff x="271604" y="1865014"/>
            <a:chExt cx="4209861" cy="4173815"/>
          </a:xfrm>
        </p:grpSpPr>
        <p:pic>
          <p:nvPicPr>
            <p:cNvPr id="8" name="Picture 2" descr="Yellow Sticky Notes | Sticky notes, Yellow sticky notes, Powerpoint  background design">
              <a:extLst>
                <a:ext uri="{FF2B5EF4-FFF2-40B4-BE49-F238E27FC236}">
                  <a16:creationId xmlns:a16="http://schemas.microsoft.com/office/drawing/2014/main" id="{45ABEB19-0D77-604E-C8A7-88B08FE9FC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1604" y="1865014"/>
              <a:ext cx="4209861" cy="41738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92A9D4D-8A01-4D96-9BE5-AE55DB761465}"/>
                </a:ext>
              </a:extLst>
            </p:cNvPr>
            <p:cNvSpPr txBox="1"/>
            <p:nvPr/>
          </p:nvSpPr>
          <p:spPr>
            <a:xfrm rot="21206068">
              <a:off x="753321" y="2433622"/>
              <a:ext cx="2995227" cy="29926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>
                <a:spcBef>
                  <a:spcPts val="500"/>
                </a:spcBef>
              </a:pPr>
              <a:r>
                <a:rPr lang="en-US" sz="1800" b="1" i="0" u="none" strike="noStrike" baseline="0" noProof="0" dirty="0" err="1">
                  <a:latin typeface="Graphik" panose="020B0503030202060203" pitchFamily="34" charset="0"/>
                </a:rPr>
                <a:t>Resumo</a:t>
              </a:r>
              <a:r>
                <a:rPr lang="en-US" sz="1800" b="1" i="0" u="none" strike="noStrike" baseline="0" noProof="0" dirty="0">
                  <a:latin typeface="Graphik" panose="020B0503030202060203" pitchFamily="34" charset="0"/>
                </a:rPr>
                <a:t>:</a:t>
              </a:r>
            </a:p>
            <a:p>
              <a:pPr algn="l">
                <a:spcBef>
                  <a:spcPts val="500"/>
                </a:spcBef>
              </a:pPr>
              <a:endParaRPr lang="en-US" sz="100" b="0" i="0" u="none" strike="noStrike" baseline="0" noProof="0" dirty="0">
                <a:latin typeface="Graphik" panose="020B0503030202060203" pitchFamily="34" charset="0"/>
              </a:endParaRPr>
            </a:p>
            <a:p>
              <a:pPr marL="285750" indent="-285750" algn="l" defTabSz="228600">
                <a:spcBef>
                  <a:spcPts val="5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1000" noProof="0" dirty="0" err="1"/>
                <a:t>Acessar</a:t>
              </a:r>
              <a:r>
                <a:rPr lang="en-US" sz="1000" noProof="0" dirty="0"/>
                <a:t> o site </a:t>
              </a:r>
              <a:r>
                <a:rPr lang="en-US" sz="1000" b="1" noProof="0" dirty="0">
                  <a:hlinkClick r:id="rId4"/>
                </a:rPr>
                <a:t>https://demoqa.com/</a:t>
              </a:r>
              <a:endParaRPr lang="en-US" sz="1000" b="1" noProof="0" dirty="0"/>
            </a:p>
            <a:p>
              <a:pPr marL="285750" indent="-285750" algn="l" defTabSz="228600">
                <a:spcBef>
                  <a:spcPts val="5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1000" dirty="0" err="1"/>
                <a:t>Escolher</a:t>
              </a:r>
              <a:r>
                <a:rPr lang="en-US" sz="1000" dirty="0"/>
                <a:t> a </a:t>
              </a:r>
              <a:r>
                <a:rPr lang="en-US" sz="1000" dirty="0" err="1"/>
                <a:t>opção</a:t>
              </a:r>
              <a:r>
                <a:rPr lang="en-US" sz="1000" b="1" dirty="0"/>
                <a:t> Widgets </a:t>
              </a:r>
              <a:r>
                <a:rPr lang="en-US" sz="1000" dirty="0" err="1"/>
                <a:t>na</a:t>
              </a:r>
              <a:r>
                <a:rPr lang="en-US" sz="1000" dirty="0"/>
                <a:t> </a:t>
              </a:r>
              <a:r>
                <a:rPr lang="en-US" sz="1000" dirty="0" err="1"/>
                <a:t>página</a:t>
              </a:r>
              <a:r>
                <a:rPr lang="en-US" sz="1000" dirty="0"/>
                <a:t> </a:t>
              </a:r>
              <a:r>
                <a:rPr lang="en-US" sz="1000" dirty="0" err="1"/>
                <a:t>inicial</a:t>
              </a:r>
              <a:endParaRPr lang="en-US" sz="1000" dirty="0"/>
            </a:p>
            <a:p>
              <a:pPr marL="285750" indent="-285750" algn="l" defTabSz="228600">
                <a:spcBef>
                  <a:spcPts val="5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1000" dirty="0" err="1"/>
                <a:t>Clicar</a:t>
              </a:r>
              <a:r>
                <a:rPr lang="en-US" sz="1000" dirty="0"/>
                <a:t> no submenu </a:t>
              </a:r>
              <a:r>
                <a:rPr lang="en-US" sz="1000" b="1" i="1" noProof="0" dirty="0"/>
                <a:t>Progress Bar</a:t>
              </a:r>
              <a:endParaRPr lang="en-US" sz="1000" noProof="0" dirty="0"/>
            </a:p>
            <a:p>
              <a:pPr marL="285750" indent="-285750" algn="l" defTabSz="228600">
                <a:spcBef>
                  <a:spcPts val="5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1000" dirty="0" err="1"/>
                <a:t>Clicar</a:t>
              </a:r>
              <a:r>
                <a:rPr lang="en-US" sz="1000" dirty="0"/>
                <a:t> no </a:t>
              </a:r>
              <a:r>
                <a:rPr lang="en-US" sz="1000" dirty="0" err="1"/>
                <a:t>botão</a:t>
              </a:r>
              <a:r>
                <a:rPr lang="en-US" sz="1000" dirty="0"/>
                <a:t> </a:t>
              </a:r>
              <a:r>
                <a:rPr lang="en-US" sz="1000" b="1" dirty="0"/>
                <a:t>Start</a:t>
              </a:r>
            </a:p>
            <a:p>
              <a:pPr marL="285750" indent="-285750" algn="l" defTabSz="228600">
                <a:spcBef>
                  <a:spcPts val="5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1000" dirty="0" err="1"/>
                <a:t>Parar</a:t>
              </a:r>
              <a:r>
                <a:rPr lang="en-US" sz="1000" dirty="0"/>
                <a:t> antes dos </a:t>
              </a:r>
              <a:r>
                <a:rPr lang="en-US" sz="1000" b="1" dirty="0"/>
                <a:t>25%</a:t>
              </a:r>
            </a:p>
            <a:p>
              <a:pPr marL="285750" indent="-285750" algn="l" defTabSz="228600">
                <a:spcBef>
                  <a:spcPts val="5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1000" noProof="0" dirty="0"/>
                <a:t>Validar que o valor da progress Bar é </a:t>
              </a:r>
              <a:r>
                <a:rPr lang="en-US" sz="1000" noProof="0" dirty="0" err="1"/>
                <a:t>menor</a:t>
              </a:r>
              <a:r>
                <a:rPr lang="en-US" sz="1000" noProof="0" dirty="0"/>
                <a:t> </a:t>
              </a:r>
              <a:r>
                <a:rPr lang="en-US" sz="1000" noProof="0" dirty="0" err="1"/>
                <a:t>ou</a:t>
              </a:r>
              <a:r>
                <a:rPr lang="en-US" sz="1000" noProof="0" dirty="0"/>
                <a:t> </a:t>
              </a:r>
              <a:r>
                <a:rPr lang="en-US" sz="1000" noProof="0" dirty="0" err="1"/>
                <a:t>igual</a:t>
              </a:r>
              <a:r>
                <a:rPr lang="en-US" sz="1000" noProof="0" dirty="0"/>
                <a:t> </a:t>
              </a:r>
              <a:r>
                <a:rPr lang="en-US" sz="1000" noProof="0" dirty="0" err="1"/>
                <a:t>aos</a:t>
              </a:r>
              <a:r>
                <a:rPr lang="en-US" sz="1000" noProof="0" dirty="0"/>
                <a:t> </a:t>
              </a:r>
              <a:r>
                <a:rPr lang="en-US" sz="1000" b="1" noProof="0" dirty="0"/>
                <a:t>25%</a:t>
              </a:r>
            </a:p>
            <a:p>
              <a:pPr marL="285750" indent="-285750" algn="l" defTabSz="228600">
                <a:spcBef>
                  <a:spcPts val="5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1000" dirty="0" err="1"/>
                <a:t>Apertar</a:t>
              </a:r>
              <a:r>
                <a:rPr lang="en-US" sz="1000" dirty="0"/>
                <a:t> Start </a:t>
              </a:r>
              <a:r>
                <a:rPr lang="en-US" sz="1000" dirty="0" err="1"/>
                <a:t>novamente</a:t>
              </a:r>
              <a:r>
                <a:rPr lang="en-US" sz="1000" dirty="0"/>
                <a:t> e </a:t>
              </a:r>
              <a:r>
                <a:rPr lang="en-US" sz="1000" dirty="0" err="1"/>
                <a:t>ao</a:t>
              </a:r>
              <a:r>
                <a:rPr lang="en-US" sz="1000" dirty="0"/>
                <a:t> </a:t>
              </a:r>
              <a:r>
                <a:rPr lang="en-US" sz="1000" dirty="0" err="1"/>
                <a:t>chegar</a:t>
              </a:r>
              <a:r>
                <a:rPr lang="en-US" sz="1000" dirty="0"/>
                <a:t> </a:t>
              </a:r>
              <a:r>
                <a:rPr lang="en-US" sz="1000" dirty="0" err="1"/>
                <a:t>aos</a:t>
              </a:r>
              <a:r>
                <a:rPr lang="en-US" sz="1000" dirty="0"/>
                <a:t> 100%, </a:t>
              </a:r>
              <a:r>
                <a:rPr lang="en-US" sz="1000" dirty="0" err="1"/>
                <a:t>resetar</a:t>
              </a:r>
              <a:r>
                <a:rPr lang="en-US" sz="1000" dirty="0"/>
                <a:t> a progress bar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5099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3A0DEA-592D-49B6-B6D9-1A0282AC8C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/>
              <a:t>Copyright © 2021 Accenture. All rights reserved.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05D383-83BB-4A31-A2EE-01DBF624E48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7" name="Title 5">
            <a:extLst>
              <a:ext uri="{FF2B5EF4-FFF2-40B4-BE49-F238E27FC236}">
                <a16:creationId xmlns:a16="http://schemas.microsoft.com/office/drawing/2014/main" id="{9A55AD28-4C68-AF29-F84F-4FC39BB98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US" dirty="0" err="1"/>
              <a:t>Desafio</a:t>
            </a:r>
            <a:r>
              <a:rPr lang="en-US" dirty="0"/>
              <a:t> Frontend -  </a:t>
            </a:r>
            <a:r>
              <a:rPr lang="en-US" dirty="0" err="1"/>
              <a:t>Parte</a:t>
            </a:r>
            <a:r>
              <a:rPr lang="en-US" dirty="0"/>
              <a:t> 2</a:t>
            </a:r>
          </a:p>
        </p:txBody>
      </p:sp>
      <p:pic>
        <p:nvPicPr>
          <p:cNvPr id="2" name="Picture 1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CFE4A662-08FC-40D0-6975-0F616A6EF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0396" y="1343399"/>
            <a:ext cx="7200000" cy="43223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C99E057-1A3D-A7ED-5725-5EF670CF0370}"/>
              </a:ext>
            </a:extLst>
          </p:cNvPr>
          <p:cNvGrpSpPr/>
          <p:nvPr/>
        </p:nvGrpSpPr>
        <p:grpSpPr>
          <a:xfrm>
            <a:off x="271604" y="1865014"/>
            <a:ext cx="4209861" cy="4173815"/>
            <a:chOff x="271604" y="1865014"/>
            <a:chExt cx="4209861" cy="4173815"/>
          </a:xfrm>
        </p:grpSpPr>
        <p:pic>
          <p:nvPicPr>
            <p:cNvPr id="8" name="Picture 2" descr="Yellow Sticky Notes | Sticky notes, Yellow sticky notes, Powerpoint  background design">
              <a:extLst>
                <a:ext uri="{FF2B5EF4-FFF2-40B4-BE49-F238E27FC236}">
                  <a16:creationId xmlns:a16="http://schemas.microsoft.com/office/drawing/2014/main" id="{DF40993A-9785-1F7C-C1AF-76091A074D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1604" y="1865014"/>
              <a:ext cx="4209861" cy="41738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F5F85D1-2ACB-CFC0-829B-461B52111E65}"/>
                </a:ext>
              </a:extLst>
            </p:cNvPr>
            <p:cNvSpPr txBox="1"/>
            <p:nvPr/>
          </p:nvSpPr>
          <p:spPr>
            <a:xfrm rot="21206068">
              <a:off x="753321" y="2433622"/>
              <a:ext cx="2995227" cy="29926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>
                <a:spcBef>
                  <a:spcPts val="500"/>
                </a:spcBef>
              </a:pPr>
              <a:r>
                <a:rPr lang="en-US" sz="1800" b="1" i="0" u="none" strike="noStrike" baseline="0" noProof="0" dirty="0" err="1">
                  <a:latin typeface="Graphik" panose="020B0503030202060203" pitchFamily="34" charset="0"/>
                </a:rPr>
                <a:t>Resumo</a:t>
              </a:r>
              <a:r>
                <a:rPr lang="en-US" sz="1800" b="1" i="0" u="none" strike="noStrike" baseline="0" noProof="0" dirty="0">
                  <a:latin typeface="Graphik" panose="020B0503030202060203" pitchFamily="34" charset="0"/>
                </a:rPr>
                <a:t>:</a:t>
              </a:r>
            </a:p>
            <a:p>
              <a:pPr algn="l">
                <a:spcBef>
                  <a:spcPts val="500"/>
                </a:spcBef>
              </a:pPr>
              <a:endParaRPr lang="en-US" sz="1800" b="0" i="0" u="none" strike="noStrike" baseline="0" noProof="0" dirty="0">
                <a:latin typeface="Graphik" panose="020B0503030202060203" pitchFamily="34" charset="0"/>
              </a:endParaRPr>
            </a:p>
            <a:p>
              <a:pPr marL="285750" indent="-285750" algn="l" defTabSz="228600">
                <a:spcBef>
                  <a:spcPts val="5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1000" noProof="0" dirty="0" err="1"/>
                <a:t>Acessar</a:t>
              </a:r>
              <a:r>
                <a:rPr lang="en-US" sz="1000" noProof="0" dirty="0"/>
                <a:t> o site </a:t>
              </a:r>
              <a:r>
                <a:rPr lang="en-US" sz="1000" b="1" noProof="0" dirty="0">
                  <a:hlinkClick r:id="rId4"/>
                </a:rPr>
                <a:t>https://demoqa.com/</a:t>
              </a:r>
              <a:endParaRPr lang="en-US" sz="1000" b="1" noProof="0" dirty="0"/>
            </a:p>
            <a:p>
              <a:pPr marL="285750" indent="-285750" algn="l" defTabSz="228600">
                <a:spcBef>
                  <a:spcPts val="5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1000" dirty="0" err="1"/>
                <a:t>Escolher</a:t>
              </a:r>
              <a:r>
                <a:rPr lang="en-US" sz="1000" dirty="0"/>
                <a:t> a </a:t>
              </a:r>
              <a:r>
                <a:rPr lang="en-US" sz="1000" dirty="0" err="1"/>
                <a:t>opção</a:t>
              </a:r>
              <a:r>
                <a:rPr lang="en-US" sz="1000" b="1" dirty="0"/>
                <a:t> Interactions </a:t>
              </a:r>
              <a:r>
                <a:rPr lang="en-US" sz="1000" dirty="0" err="1"/>
                <a:t>na</a:t>
              </a:r>
              <a:r>
                <a:rPr lang="en-US" sz="1000" dirty="0"/>
                <a:t> </a:t>
              </a:r>
              <a:r>
                <a:rPr lang="en-US" sz="1000" dirty="0" err="1"/>
                <a:t>página</a:t>
              </a:r>
              <a:r>
                <a:rPr lang="en-US" sz="1000" dirty="0"/>
                <a:t> </a:t>
              </a:r>
              <a:r>
                <a:rPr lang="en-US" sz="1000" dirty="0" err="1"/>
                <a:t>inicial</a:t>
              </a:r>
              <a:endParaRPr lang="en-US" sz="1000" dirty="0"/>
            </a:p>
            <a:p>
              <a:pPr marL="285750" indent="-285750" algn="l" defTabSz="228600">
                <a:spcBef>
                  <a:spcPts val="5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1000" dirty="0" err="1"/>
                <a:t>Clicar</a:t>
              </a:r>
              <a:r>
                <a:rPr lang="en-US" sz="1000" dirty="0"/>
                <a:t> no submenu </a:t>
              </a:r>
              <a:r>
                <a:rPr lang="en-US" sz="1000" b="1" dirty="0"/>
                <a:t>Sortable</a:t>
              </a:r>
              <a:endParaRPr lang="en-US" sz="1000" b="1" noProof="0" dirty="0"/>
            </a:p>
            <a:p>
              <a:pPr marL="285750" indent="-285750" algn="l" defTabSz="228600">
                <a:spcBef>
                  <a:spcPts val="500"/>
                </a:spcBef>
                <a:spcAft>
                  <a:spcPts val="400"/>
                </a:spcAft>
                <a:buFont typeface="Arial" panose="020B0604020202020204" pitchFamily="34" charset="0"/>
                <a:buChar char="•"/>
              </a:pPr>
              <a:r>
                <a:rPr lang="en-US" sz="1000" dirty="0" err="1"/>
                <a:t>Utilizando</a:t>
              </a:r>
              <a:r>
                <a:rPr lang="en-US" sz="1000" dirty="0"/>
                <a:t> </a:t>
              </a:r>
              <a:r>
                <a:rPr lang="en-US" sz="1000" dirty="0" err="1"/>
                <a:t>métodos</a:t>
              </a:r>
              <a:r>
                <a:rPr lang="en-US" sz="1000" dirty="0"/>
                <a:t> de drag and drop, </a:t>
              </a:r>
              <a:r>
                <a:rPr lang="en-US" sz="1000" dirty="0" err="1"/>
                <a:t>colocar</a:t>
              </a:r>
              <a:r>
                <a:rPr lang="en-US" sz="1000" dirty="0"/>
                <a:t> </a:t>
              </a:r>
              <a:r>
                <a:rPr lang="en-US" sz="1000" dirty="0" err="1"/>
                <a:t>os</a:t>
              </a:r>
              <a:r>
                <a:rPr lang="en-US" sz="1000" dirty="0"/>
                <a:t> </a:t>
              </a:r>
              <a:r>
                <a:rPr lang="en-US" sz="1000" dirty="0" err="1"/>
                <a:t>elementos</a:t>
              </a:r>
              <a:r>
                <a:rPr lang="en-US" sz="1000" dirty="0"/>
                <a:t> </a:t>
              </a:r>
              <a:r>
                <a:rPr lang="en-US" sz="1000" dirty="0" err="1"/>
                <a:t>na</a:t>
              </a:r>
              <a:r>
                <a:rPr lang="en-US" sz="1000" dirty="0"/>
                <a:t> </a:t>
              </a:r>
              <a:r>
                <a:rPr lang="en-US" sz="1000" b="1" dirty="0" err="1"/>
                <a:t>ordem</a:t>
              </a:r>
              <a:r>
                <a:rPr lang="en-US" sz="1000" b="1" dirty="0"/>
                <a:t> </a:t>
              </a:r>
              <a:r>
                <a:rPr lang="en-US" sz="1000" b="1" dirty="0" err="1"/>
                <a:t>crescente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75456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86DCA-E252-45B6-8790-F0CA74EA4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Boa </a:t>
            </a:r>
            <a:r>
              <a:rPr lang="en-US" dirty="0" err="1"/>
              <a:t>Sorte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245159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ure 2020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Technology_PPT_Tmplt_Graphik_210323.potx" id="{6304F843-CBF5-4DD0-80AB-530F49B646DB}" vid="{A2D39387-8449-475B-8FC0-5F29B35D2A34}"/>
    </a:ext>
  </a:extLst>
</a:theme>
</file>

<file path=ppt/theme/theme2.xml><?xml version="1.0" encoding="utf-8"?>
<a:theme xmlns:a="http://schemas.openxmlformats.org/drawingml/2006/main" name="Office Theme">
  <a:themeElements>
    <a:clrScheme name="Acc_Colors_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67944EB6E36842BC0164586D4C3217" ma:contentTypeVersion="16" ma:contentTypeDescription="Create a new document." ma:contentTypeScope="" ma:versionID="635101161c7275ac2489738f3bd1d98d">
  <xsd:schema xmlns:xsd="http://www.w3.org/2001/XMLSchema" xmlns:xs="http://www.w3.org/2001/XMLSchema" xmlns:p="http://schemas.microsoft.com/office/2006/metadata/properties" xmlns:ns2="2e58942b-f7be-4ce1-85a7-d888d418e620" xmlns:ns3="b7843c79-8c60-43ca-9403-5e473267d49c" targetNamespace="http://schemas.microsoft.com/office/2006/metadata/properties" ma:root="true" ma:fieldsID="1ec8b1640c4e13a599ab6f5dbf2db831" ns2:_="" ns3:_="">
    <xsd:import namespace="2e58942b-f7be-4ce1-85a7-d888d418e620"/>
    <xsd:import namespace="b7843c79-8c60-43ca-9403-5e473267d49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CR" minOccurs="0"/>
                <xsd:element ref="ns2:_Flow_SignoffStatu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58942b-f7be-4ce1-85a7-d888d418e6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Flow_SignoffStatus" ma:index="18" nillable="true" ma:displayName="Sign-off status" ma:internalName="Sign_x002d_off_x0020_status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843c79-8c60-43ca-9403-5e473267d49c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a485960-b7f3-4888-8479-0c343743f2e7}" ma:internalName="TaxCatchAll" ma:showField="CatchAllData" ma:web="b7843c79-8c60-43ca-9403-5e473267d49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7843c79-8c60-43ca-9403-5e473267d49c" xsi:nil="true"/>
    <lcf76f155ced4ddcb4097134ff3c332f xmlns="2e58942b-f7be-4ce1-85a7-d888d418e620">
      <Terms xmlns="http://schemas.microsoft.com/office/infopath/2007/PartnerControls"/>
    </lcf76f155ced4ddcb4097134ff3c332f>
    <_Flow_SignoffStatus xmlns="2e58942b-f7be-4ce1-85a7-d888d418e62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E2A7090-9F8E-49B8-B8E9-F8EA88CA55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e58942b-f7be-4ce1-85a7-d888d418e620"/>
    <ds:schemaRef ds:uri="b7843c79-8c60-43ca-9403-5e473267d49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6BFFC05-B2F6-4CED-BE65-F75B1EB7AD7B}">
  <ds:schemaRefs>
    <ds:schemaRef ds:uri="http://www.w3.org/XML/1998/namespace"/>
    <ds:schemaRef ds:uri="http://purl.org/dc/elements/1.1/"/>
    <ds:schemaRef ds:uri="http://schemas.microsoft.com/office/2006/documentManagement/types"/>
    <ds:schemaRef ds:uri="http://purl.org/dc/terms/"/>
    <ds:schemaRef ds:uri="c61df4d0-ccab-4e7a-9701-f655f5b78a64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9f9aec01-8fd3-4498-86c4-bcdcdf51ea33"/>
    <ds:schemaRef ds:uri="http://schemas.microsoft.com/office/2006/metadata/properties"/>
    <ds:schemaRef ds:uri="b7843c79-8c60-43ca-9403-5e473267d49c"/>
    <ds:schemaRef ds:uri="2e58942b-f7be-4ce1-85a7-d888d418e620"/>
  </ds:schemaRefs>
</ds:datastoreItem>
</file>

<file path=customXml/itemProps3.xml><?xml version="1.0" encoding="utf-8"?>
<ds:datastoreItem xmlns:ds="http://schemas.openxmlformats.org/officeDocument/2006/customXml" ds:itemID="{79831B46-6CD1-40D2-9FB5-3E58559F90A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bef0ac6-58b2-4acb-91cf-d344f8864752}" enabled="1" method="Privileged" siteId="{e0793d39-0939-496d-b129-198edd916feb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Acc_PPT_IMP_Tmplt_Technology_Graphik_20210324</Template>
  <TotalTime>380</TotalTime>
  <Words>768</Words>
  <Application>Microsoft Office PowerPoint</Application>
  <PresentationFormat>Widescreen</PresentationFormat>
  <Paragraphs>88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Arial</vt:lpstr>
      <vt:lpstr>Graphik</vt:lpstr>
      <vt:lpstr>GT Sectra Fine Rg</vt:lpstr>
      <vt:lpstr>Segoe UI</vt:lpstr>
      <vt:lpstr>System Font</vt:lpstr>
      <vt:lpstr>Accenture 2020</vt:lpstr>
      <vt:lpstr>DESAFIO QA AUTOMATION ENGINEER</vt:lpstr>
      <vt:lpstr>Desafio – QA Automation</vt:lpstr>
      <vt:lpstr>Desafio API -  Parte 1</vt:lpstr>
      <vt:lpstr>Desafio Frontend -  Parte 2</vt:lpstr>
      <vt:lpstr>Desafio Frontend -  Parte 2</vt:lpstr>
      <vt:lpstr>Desafio Frontend -  Parte 2</vt:lpstr>
      <vt:lpstr>Desafio Frontend -  Parte 2</vt:lpstr>
      <vt:lpstr>Desafio Frontend -  Parte 2</vt:lpstr>
      <vt:lpstr>Boa Sorte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Desafio API -  Parte 1</dc:title>
  <dc:subject>Accenture PowerPoint Template 16x9 Graphik</dc:subject>
  <dc:creator>Costa, Levy</dc:creator>
  <cp:lastModifiedBy>Nogueira, Andreza K.</cp:lastModifiedBy>
  <cp:revision>2</cp:revision>
  <cp:lastPrinted>2020-11-17T04:05:48Z</cp:lastPrinted>
  <dcterms:created xsi:type="dcterms:W3CDTF">2022-09-22T13:02:40Z</dcterms:created>
  <dcterms:modified xsi:type="dcterms:W3CDTF">2025-06-17T18:46:32Z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0x0101007967944EB6E36842BC0164586D4C3217</vt:lpwstr>
  </property>
</Properties>
</file>